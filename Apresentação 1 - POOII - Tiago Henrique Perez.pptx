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BM Plex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BMPlex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BMPlexSans-italic.fntdata"/><Relationship Id="rId14" Type="http://schemas.openxmlformats.org/officeDocument/2006/relationships/font" Target="fonts/IBMPlexSans-bold.fntdata"/><Relationship Id="rId16" Type="http://schemas.openxmlformats.org/officeDocument/2006/relationships/font" Target="fonts/IBMPlex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40669e23f30285a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40669e23f30285a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40669e23f30285a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40669e23f30285a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40669e23f30285a7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h40669e23f30285a7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40669e23f30285a7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h40669e23f30285a7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h40669e23f30285a7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h40669e23f30285a7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40669e23f30285a7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h40669e23f30285a7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5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7.png"/><Relationship Id="rId13" Type="http://schemas.openxmlformats.org/officeDocument/2006/relationships/image" Target="../media/image25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9" Type="http://schemas.openxmlformats.org/officeDocument/2006/relationships/image" Target="../media/image8.png"/><Relationship Id="rId15" Type="http://schemas.openxmlformats.org/officeDocument/2006/relationships/image" Target="../media/image7.png"/><Relationship Id="rId1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3.png"/><Relationship Id="rId13" Type="http://schemas.openxmlformats.org/officeDocument/2006/relationships/image" Target="../media/image25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9" Type="http://schemas.openxmlformats.org/officeDocument/2006/relationships/image" Target="../media/image16.png"/><Relationship Id="rId1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19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9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5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75800" y="4775850"/>
            <a:ext cx="9339000" cy="519900"/>
          </a:xfrm>
          <a:prstGeom prst="rect">
            <a:avLst/>
          </a:prstGeom>
          <a:gradFill>
            <a:gsLst>
              <a:gs pos="0">
                <a:srgbClr val="3A8BEA"/>
              </a:gs>
              <a:gs pos="10000">
                <a:srgbClr val="438CE6"/>
              </a:gs>
              <a:gs pos="19000">
                <a:srgbClr val="2D73DF"/>
              </a:gs>
              <a:gs pos="100000">
                <a:srgbClr val="2461DF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-234950" y="4775200"/>
            <a:ext cx="1987500" cy="368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90C38E"/>
              </a:gs>
              <a:gs pos="19000">
                <a:srgbClr val="5FA75F"/>
              </a:gs>
              <a:gs pos="24000">
                <a:srgbClr val="61A661"/>
              </a:gs>
              <a:gs pos="100000">
                <a:srgbClr val="41A03D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94050" y="4723713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dk2"/>
                </a:solidFill>
              </a:rPr>
              <a:t>Unicentro</a:t>
            </a:r>
            <a:endParaRPr i="1" sz="19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77150" y="4713288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lt1"/>
                </a:solidFill>
              </a:rPr>
              <a:t>Unicentro</a:t>
            </a:r>
            <a:endParaRPr i="1" sz="1900">
              <a:solidFill>
                <a:schemeClr val="lt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38176" l="22076" r="22148" t="0"/>
          <a:stretch/>
        </p:blipFill>
        <p:spPr>
          <a:xfrm>
            <a:off x="60848" y="4819088"/>
            <a:ext cx="286201" cy="28793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9" name="Google Shape;59;p13" title="Nota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8025" y="883750"/>
            <a:ext cx="919975" cy="85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97500" y="-126000"/>
            <a:ext cx="919975" cy="85182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60850" y="4351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Lixeira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50413" y="4247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Lixeira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730425" y="1464325"/>
            <a:ext cx="10860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Apresentação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719999" y="1453925"/>
            <a:ext cx="10725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Apresentação</a:t>
            </a:r>
            <a:endParaRPr sz="1100">
              <a:solidFill>
                <a:schemeClr val="lt1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-101375" y="5160775"/>
            <a:ext cx="105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13"/>
          <p:cNvSpPr/>
          <p:nvPr/>
        </p:nvSpPr>
        <p:spPr>
          <a:xfrm>
            <a:off x="1809000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3575275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5341550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7107825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3" title="Nota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0938" y="4724112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2160025" y="4790648"/>
            <a:ext cx="1858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2148975" y="4783298"/>
            <a:ext cx="1829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- 1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3905425" y="4794125"/>
            <a:ext cx="1858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- 2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894375" y="4784400"/>
            <a:ext cx="1829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- 2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691358" y="4783870"/>
            <a:ext cx="1858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- 3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680300" y="4777798"/>
            <a:ext cx="1829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- 3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7" name="Google Shape;77;p13" title="Nota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7663" y="4722287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3"/>
          <p:cNvSpPr txBox="1"/>
          <p:nvPr/>
        </p:nvSpPr>
        <p:spPr>
          <a:xfrm>
            <a:off x="7436751" y="4786900"/>
            <a:ext cx="15129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- 4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7425699" y="4780825"/>
            <a:ext cx="1400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- 4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80" name="Google Shape;80;p13" title="Windows Picture and Fax View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7150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 title="Windows Picture and Fax View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0075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/>
          <p:nvPr/>
        </p:nvSpPr>
        <p:spPr>
          <a:xfrm>
            <a:off x="9058925" y="4775850"/>
            <a:ext cx="85200" cy="561600"/>
          </a:xfrm>
          <a:prstGeom prst="rect">
            <a:avLst/>
          </a:prstGeom>
          <a:gradFill>
            <a:gsLst>
              <a:gs pos="0">
                <a:srgbClr val="6FA6F7"/>
              </a:gs>
              <a:gs pos="18000">
                <a:srgbClr val="3E83F5"/>
              </a:gs>
              <a:gs pos="22000">
                <a:srgbClr val="3E83F5"/>
              </a:gs>
              <a:gs pos="27000">
                <a:srgbClr val="3E83F5"/>
              </a:gs>
              <a:gs pos="100000">
                <a:srgbClr val="2271D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8025" y="883750"/>
            <a:ext cx="919975" cy="8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2730425" y="1464325"/>
            <a:ext cx="10860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Apresentação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2719999" y="1453925"/>
            <a:ext cx="10725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Apresentação</a:t>
            </a:r>
            <a:endParaRPr sz="1100">
              <a:solidFill>
                <a:schemeClr val="lt1"/>
              </a:solidFill>
            </a:endParaRPr>
          </a:p>
        </p:txBody>
      </p:sp>
      <p:grpSp>
        <p:nvGrpSpPr>
          <p:cNvPr id="90" name="Google Shape;90;p14"/>
          <p:cNvGrpSpPr/>
          <p:nvPr/>
        </p:nvGrpSpPr>
        <p:grpSpPr>
          <a:xfrm>
            <a:off x="-12000" y="776100"/>
            <a:ext cx="3617650" cy="4334400"/>
            <a:chOff x="-12000" y="776100"/>
            <a:chExt cx="3617650" cy="4334400"/>
          </a:xfrm>
        </p:grpSpPr>
        <p:grpSp>
          <p:nvGrpSpPr>
            <p:cNvPr id="91" name="Google Shape;91;p14"/>
            <p:cNvGrpSpPr/>
            <p:nvPr/>
          </p:nvGrpSpPr>
          <p:grpSpPr>
            <a:xfrm>
              <a:off x="-12000" y="776100"/>
              <a:ext cx="3617650" cy="4334400"/>
              <a:chOff x="-12000" y="776100"/>
              <a:chExt cx="3617650" cy="4334400"/>
            </a:xfrm>
          </p:grpSpPr>
          <p:grpSp>
            <p:nvGrpSpPr>
              <p:cNvPr id="92" name="Google Shape;92;p14"/>
              <p:cNvGrpSpPr/>
              <p:nvPr/>
            </p:nvGrpSpPr>
            <p:grpSpPr>
              <a:xfrm>
                <a:off x="-12000" y="776100"/>
                <a:ext cx="3617650" cy="4334400"/>
                <a:chOff x="-12000" y="776100"/>
                <a:chExt cx="3617650" cy="4334400"/>
              </a:xfrm>
            </p:grpSpPr>
            <p:grpSp>
              <p:nvGrpSpPr>
                <p:cNvPr id="93" name="Google Shape;93;p14"/>
                <p:cNvGrpSpPr/>
                <p:nvPr/>
              </p:nvGrpSpPr>
              <p:grpSpPr>
                <a:xfrm>
                  <a:off x="-12000" y="776100"/>
                  <a:ext cx="3457200" cy="4334400"/>
                  <a:chOff x="-12000" y="776100"/>
                  <a:chExt cx="3457200" cy="4334400"/>
                </a:xfrm>
              </p:grpSpPr>
              <p:grpSp>
                <p:nvGrpSpPr>
                  <p:cNvPr id="94" name="Google Shape;94;p14"/>
                  <p:cNvGrpSpPr/>
                  <p:nvPr/>
                </p:nvGrpSpPr>
                <p:grpSpPr>
                  <a:xfrm>
                    <a:off x="0" y="776100"/>
                    <a:ext cx="3445200" cy="4334400"/>
                    <a:chOff x="0" y="776100"/>
                    <a:chExt cx="3445200" cy="4334400"/>
                  </a:xfrm>
                </p:grpSpPr>
                <p:sp>
                  <p:nvSpPr>
                    <p:cNvPr id="95" name="Google Shape;95;p14"/>
                    <p:cNvSpPr/>
                    <p:nvPr/>
                  </p:nvSpPr>
                  <p:spPr>
                    <a:xfrm>
                      <a:off x="0" y="776100"/>
                      <a:ext cx="3445200" cy="4334400"/>
                    </a:xfrm>
                    <a:prstGeom prst="roundRect">
                      <a:avLst>
                        <a:gd fmla="val 2235" name="adj"/>
                      </a:avLst>
                    </a:prstGeom>
                    <a:gradFill>
                      <a:gsLst>
                        <a:gs pos="0">
                          <a:srgbClr val="619DE4"/>
                        </a:gs>
                        <a:gs pos="1000">
                          <a:srgbClr val="619DE4"/>
                        </a:gs>
                        <a:gs pos="2000">
                          <a:srgbClr val="357BD7"/>
                        </a:gs>
                        <a:gs pos="3000">
                          <a:srgbClr val="357BD7"/>
                        </a:gs>
                        <a:gs pos="100000">
                          <a:srgbClr val="2274DB"/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157163" rotWithShape="0" algn="bl" dir="3000000" dist="85725">
                        <a:srgbClr val="000000">
                          <a:alpha val="42000"/>
                        </a:srgb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pic>
                  <p:nvPicPr>
                    <p:cNvPr id="96" name="Google Shape;96;p14"/>
                    <p:cNvPicPr preferRelativeResize="0"/>
                    <p:nvPr/>
                  </p:nvPicPr>
                  <p:blipFill rotWithShape="1">
                    <a:blip r:embed="rId5">
                      <a:alphaModFix/>
                    </a:blip>
                    <a:srcRect b="1221" l="1675" r="2069" t="1104"/>
                    <a:stretch/>
                  </p:blipFill>
                  <p:spPr>
                    <a:xfrm>
                      <a:off x="50425" y="839625"/>
                      <a:ext cx="671400" cy="671400"/>
                    </a:xfrm>
                    <a:prstGeom prst="roundRect">
                      <a:avLst>
                        <a:gd fmla="val 10188" name="adj"/>
                      </a:avLst>
                    </a:prstGeom>
                    <a:noFill/>
                    <a:ln cap="flat" cmpd="sng" w="9525">
                      <a:solidFill>
                        <a:srgbClr val="CCD6EB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pic>
                <p:sp>
                  <p:nvSpPr>
                    <p:cNvPr id="97" name="Google Shape;97;p14"/>
                    <p:cNvSpPr txBox="1"/>
                    <p:nvPr/>
                  </p:nvSpPr>
                  <p:spPr>
                    <a:xfrm>
                      <a:off x="763275" y="1116413"/>
                      <a:ext cx="2137800" cy="3375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2"/>
                          </a:solidFill>
                        </a:rPr>
                        <a:t>Tiago Henrique Perez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p:txBody>
                </p:sp>
                <p:sp>
                  <p:nvSpPr>
                    <p:cNvPr id="98" name="Google Shape;98;p14"/>
                    <p:cNvSpPr txBox="1"/>
                    <p:nvPr/>
                  </p:nvSpPr>
                  <p:spPr>
                    <a:xfrm>
                      <a:off x="752850" y="1106013"/>
                      <a:ext cx="1987500" cy="3375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Tiago Henrique Perez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  <p:sp>
                <p:nvSpPr>
                  <p:cNvPr id="99" name="Google Shape;99;p14"/>
                  <p:cNvSpPr/>
                  <p:nvPr/>
                </p:nvSpPr>
                <p:spPr>
                  <a:xfrm>
                    <a:off x="-12000" y="1580275"/>
                    <a:ext cx="1987500" cy="27870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rgbClr val="9BC0E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" name="Google Shape;100;p14"/>
                  <p:cNvSpPr/>
                  <p:nvPr/>
                </p:nvSpPr>
                <p:spPr>
                  <a:xfrm>
                    <a:off x="1975500" y="1580275"/>
                    <a:ext cx="1437600" cy="2787000"/>
                  </a:xfrm>
                  <a:prstGeom prst="rect">
                    <a:avLst/>
                  </a:prstGeom>
                  <a:solidFill>
                    <a:srgbClr val="D3E5FA"/>
                  </a:solidFill>
                  <a:ln cap="flat" cmpd="sng" w="9525">
                    <a:solidFill>
                      <a:srgbClr val="9BC0E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01" name="Google Shape;101;p14"/>
                <p:cNvGrpSpPr/>
                <p:nvPr/>
              </p:nvGrpSpPr>
              <p:grpSpPr>
                <a:xfrm>
                  <a:off x="57725" y="1585050"/>
                  <a:ext cx="3547925" cy="2787900"/>
                  <a:chOff x="57725" y="1585050"/>
                  <a:chExt cx="3547925" cy="2787900"/>
                </a:xfrm>
              </p:grpSpPr>
              <p:pic>
                <p:nvPicPr>
                  <p:cNvPr id="102" name="Google Shape;102;p14"/>
                  <p:cNvPicPr preferRelativeResize="0"/>
                  <p:nvPr/>
                </p:nvPicPr>
                <p:blipFill>
                  <a:blip r:embed="rId6">
                    <a:alphaModFix/>
                  </a:blip>
                  <a:stretch>
                    <a:fillRect/>
                  </a:stretch>
                </p:blipFill>
                <p:spPr>
                  <a:xfrm>
                    <a:off x="127859" y="1636125"/>
                    <a:ext cx="337500" cy="337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cxnSp>
                <p:nvCxnSpPr>
                  <p:cNvPr id="103" name="Google Shape;103;p14"/>
                  <p:cNvCxnSpPr/>
                  <p:nvPr/>
                </p:nvCxnSpPr>
                <p:spPr>
                  <a:xfrm>
                    <a:off x="57725" y="1585050"/>
                    <a:ext cx="0" cy="278790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DCE0E6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04" name="Google Shape;104;p14"/>
                  <p:cNvCxnSpPr/>
                  <p:nvPr/>
                </p:nvCxnSpPr>
                <p:spPr>
                  <a:xfrm rot="10800000">
                    <a:off x="115350" y="2056850"/>
                    <a:ext cx="1759200" cy="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DCE0E6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id="105" name="Google Shape;105;p14" title="Information.png"/>
                  <p:cNvPicPr preferRelativeResize="0"/>
                  <p:nvPr/>
                </p:nvPicPr>
                <p:blipFill>
                  <a:blip r:embed="rId7">
                    <a:alphaModFix/>
                  </a:blip>
                  <a:stretch>
                    <a:fillRect/>
                  </a:stretch>
                </p:blipFill>
                <p:spPr>
                  <a:xfrm>
                    <a:off x="130800" y="2140087"/>
                    <a:ext cx="337500" cy="337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06" name="Google Shape;106;p14" title="Command Prompt.png"/>
                  <p:cNvPicPr preferRelativeResize="0"/>
                  <p:nvPr/>
                </p:nvPicPr>
                <p:blipFill>
                  <a:blip r:embed="rId8">
                    <a:alphaModFix/>
                  </a:blip>
                  <a:stretch>
                    <a:fillRect/>
                  </a:stretch>
                </p:blipFill>
                <p:spPr>
                  <a:xfrm>
                    <a:off x="115350" y="2537249"/>
                    <a:ext cx="368399" cy="3683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07" name="Google Shape;107;p14"/>
                  <p:cNvSpPr txBox="1"/>
                  <p:nvPr/>
                </p:nvSpPr>
                <p:spPr>
                  <a:xfrm>
                    <a:off x="535475" y="1630875"/>
                    <a:ext cx="1273500" cy="34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pt-BR" sz="10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rPr>
                      <a:t>Internet Explorer</a:t>
                    </a:r>
                    <a:endParaRPr sz="1000">
                      <a:solidFill>
                        <a:schemeClr val="dk1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108" name="Google Shape;108;p14"/>
                  <p:cNvSpPr txBox="1"/>
                  <p:nvPr/>
                </p:nvSpPr>
                <p:spPr>
                  <a:xfrm>
                    <a:off x="507550" y="2056838"/>
                    <a:ext cx="1273500" cy="34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pt-BR" sz="10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rPr>
                      <a:t>Informações do Software:</a:t>
                    </a:r>
                    <a:endParaRPr sz="1000">
                      <a:solidFill>
                        <a:schemeClr val="dk1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109" name="Google Shape;109;p14"/>
                  <p:cNvSpPr txBox="1"/>
                  <p:nvPr/>
                </p:nvSpPr>
                <p:spPr>
                  <a:xfrm>
                    <a:off x="507550" y="2576800"/>
                    <a:ext cx="1273500" cy="34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pt-BR" sz="10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rPr>
                      <a:t>Info Keep</a:t>
                    </a:r>
                    <a:endParaRPr b="1" sz="1000">
                      <a:solidFill>
                        <a:schemeClr val="dk1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pic>
                <p:nvPicPr>
                  <p:cNvPr id="110" name="Google Shape;110;p14" title="Folder Opened.png"/>
                  <p:cNvPicPr preferRelativeResize="0"/>
                  <p:nvPr/>
                </p:nvPicPr>
                <p:blipFill>
                  <a:blip r:embed="rId9">
                    <a:alphaModFix/>
                  </a:blip>
                  <a:stretch>
                    <a:fillRect/>
                  </a:stretch>
                </p:blipFill>
                <p:spPr>
                  <a:xfrm>
                    <a:off x="2035750" y="2092850"/>
                    <a:ext cx="286200" cy="286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1" name="Google Shape;111;p14"/>
                  <p:cNvSpPr txBox="1"/>
                  <p:nvPr/>
                </p:nvSpPr>
                <p:spPr>
                  <a:xfrm>
                    <a:off x="2332150" y="1630875"/>
                    <a:ext cx="1273500" cy="34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pt-BR" sz="9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rPr>
                      <a:t>Disciplina:</a:t>
                    </a:r>
                    <a:endParaRPr sz="900">
                      <a:solidFill>
                        <a:schemeClr val="dk1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pic>
                <p:nvPicPr>
                  <p:cNvPr id="112" name="Google Shape;112;p14" title="Information.png"/>
                  <p:cNvPicPr preferRelativeResize="0"/>
                  <p:nvPr/>
                </p:nvPicPr>
                <p:blipFill>
                  <a:blip r:embed="rId7">
                    <a:alphaModFix/>
                  </a:blip>
                  <a:stretch>
                    <a:fillRect/>
                  </a:stretch>
                </p:blipFill>
                <p:spPr>
                  <a:xfrm>
                    <a:off x="2056350" y="1661777"/>
                    <a:ext cx="286200" cy="286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3" name="Google Shape;113;p14"/>
                  <p:cNvSpPr txBox="1"/>
                  <p:nvPr/>
                </p:nvSpPr>
                <p:spPr>
                  <a:xfrm>
                    <a:off x="2311550" y="1966675"/>
                    <a:ext cx="1168800" cy="684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pt-BR" sz="9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rPr>
                      <a:t>Programação Orientada a Objetos II</a:t>
                    </a:r>
                    <a:endParaRPr sz="900">
                      <a:solidFill>
                        <a:schemeClr val="dk1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  <p:pic>
                <p:nvPicPr>
                  <p:cNvPr id="114" name="Google Shape;114;p14" title="Search for people.png"/>
                  <p:cNvPicPr preferRelativeResize="0"/>
                  <p:nvPr/>
                </p:nvPicPr>
                <p:blipFill>
                  <a:blip r:embed="rId10">
                    <a:alphaModFix/>
                  </a:blip>
                  <a:stretch>
                    <a:fillRect/>
                  </a:stretch>
                </p:blipFill>
                <p:spPr>
                  <a:xfrm>
                    <a:off x="2035750" y="2682213"/>
                    <a:ext cx="286200" cy="286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5" name="Google Shape;115;p14"/>
                  <p:cNvSpPr txBox="1"/>
                  <p:nvPr/>
                </p:nvSpPr>
                <p:spPr>
                  <a:xfrm>
                    <a:off x="2311550" y="2577788"/>
                    <a:ext cx="1168800" cy="684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pt-BR" sz="9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rPr>
                      <a:t>Inali Wisniewski Soares</a:t>
                    </a:r>
                    <a:endParaRPr sz="900">
                      <a:solidFill>
                        <a:schemeClr val="dk1"/>
                      </a:solidFill>
                      <a:latin typeface="IBM Plex Sans"/>
                      <a:ea typeface="IBM Plex Sans"/>
                      <a:cs typeface="IBM Plex Sans"/>
                      <a:sym typeface="IBM Plex Sans"/>
                    </a:endParaRPr>
                  </a:p>
                </p:txBody>
              </p:sp>
            </p:grpSp>
          </p:grpSp>
          <p:pic>
            <p:nvPicPr>
              <p:cNvPr id="116" name="Google Shape;116;p14" title="Power.png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2268225" y="441970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17" name="Google Shape;117;p14"/>
              <p:cNvGrpSpPr/>
              <p:nvPr/>
            </p:nvGrpSpPr>
            <p:grpSpPr>
              <a:xfrm>
                <a:off x="2518350" y="4372950"/>
                <a:ext cx="987895" cy="347900"/>
                <a:chOff x="1762900" y="942125"/>
                <a:chExt cx="987895" cy="347900"/>
              </a:xfrm>
            </p:grpSpPr>
            <p:sp>
              <p:nvSpPr>
                <p:cNvPr id="118" name="Google Shape;118;p14"/>
                <p:cNvSpPr txBox="1"/>
                <p:nvPr/>
              </p:nvSpPr>
              <p:spPr>
                <a:xfrm>
                  <a:off x="1767695" y="952525"/>
                  <a:ext cx="983100" cy="33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>
                      <a:solidFill>
                        <a:schemeClr val="dk2"/>
                      </a:solidFill>
                    </a:rPr>
                    <a:t>Desligar</a:t>
                  </a:r>
                  <a:endParaRPr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19" name="Google Shape;119;p14"/>
                <p:cNvSpPr txBox="1"/>
                <p:nvPr/>
              </p:nvSpPr>
              <p:spPr>
                <a:xfrm>
                  <a:off x="1762900" y="942125"/>
                  <a:ext cx="889200" cy="33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>
                      <a:solidFill>
                        <a:schemeClr val="lt1"/>
                      </a:solidFill>
                    </a:rPr>
                    <a:t>Desligar</a:t>
                  </a:r>
                  <a:endParaRPr>
                    <a:solidFill>
                      <a:schemeClr val="lt1"/>
                    </a:solidFill>
                  </a:endParaRPr>
                </a:p>
              </p:txBody>
            </p:sp>
          </p:grpSp>
          <p:pic>
            <p:nvPicPr>
              <p:cNvPr id="120" name="Google Shape;120;p14" title="Logout.png"/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>
                <a:off x="1436188" y="4419699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21" name="Google Shape;121;p14"/>
              <p:cNvGrpSpPr/>
              <p:nvPr/>
            </p:nvGrpSpPr>
            <p:grpSpPr>
              <a:xfrm>
                <a:off x="1705500" y="4375550"/>
                <a:ext cx="987895" cy="347900"/>
                <a:chOff x="2032300" y="922250"/>
                <a:chExt cx="987895" cy="347900"/>
              </a:xfrm>
            </p:grpSpPr>
            <p:sp>
              <p:nvSpPr>
                <p:cNvPr id="122" name="Google Shape;122;p14"/>
                <p:cNvSpPr txBox="1"/>
                <p:nvPr/>
              </p:nvSpPr>
              <p:spPr>
                <a:xfrm>
                  <a:off x="2037095" y="932650"/>
                  <a:ext cx="983100" cy="33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>
                      <a:solidFill>
                        <a:schemeClr val="dk2"/>
                      </a:solidFill>
                    </a:rPr>
                    <a:t>Sair</a:t>
                  </a:r>
                  <a:endParaRPr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23" name="Google Shape;123;p14"/>
                <p:cNvSpPr txBox="1"/>
                <p:nvPr/>
              </p:nvSpPr>
              <p:spPr>
                <a:xfrm>
                  <a:off x="2032300" y="922250"/>
                  <a:ext cx="889200" cy="33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>
                      <a:solidFill>
                        <a:schemeClr val="lt1"/>
                      </a:solidFill>
                    </a:rPr>
                    <a:t>Sair</a:t>
                  </a:r>
                  <a:endParaRPr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124" name="Google Shape;124;p14"/>
              <p:cNvGrpSpPr/>
              <p:nvPr/>
            </p:nvGrpSpPr>
            <p:grpSpPr>
              <a:xfrm>
                <a:off x="752850" y="832238"/>
                <a:ext cx="2148225" cy="347900"/>
                <a:chOff x="605600" y="1002338"/>
                <a:chExt cx="2148225" cy="347900"/>
              </a:xfrm>
            </p:grpSpPr>
            <p:sp>
              <p:nvSpPr>
                <p:cNvPr id="125" name="Google Shape;125;p14"/>
                <p:cNvSpPr txBox="1"/>
                <p:nvPr/>
              </p:nvSpPr>
              <p:spPr>
                <a:xfrm>
                  <a:off x="616025" y="1012738"/>
                  <a:ext cx="2137800" cy="33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>
                      <a:solidFill>
                        <a:schemeClr val="dk2"/>
                      </a:solidFill>
                    </a:rPr>
                    <a:t>Participantes:</a:t>
                  </a:r>
                  <a:endParaRPr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26" name="Google Shape;126;p14"/>
                <p:cNvSpPr txBox="1"/>
                <p:nvPr/>
              </p:nvSpPr>
              <p:spPr>
                <a:xfrm>
                  <a:off x="605600" y="1002338"/>
                  <a:ext cx="1987500" cy="33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>
                      <a:solidFill>
                        <a:schemeClr val="lt1"/>
                      </a:solidFill>
                    </a:rPr>
                    <a:t>Participantes:</a:t>
                  </a:r>
                  <a:endParaRPr>
                    <a:solidFill>
                      <a:schemeClr val="lt1"/>
                    </a:solidFill>
                  </a:endParaRPr>
                </a:p>
              </p:txBody>
            </p:sp>
          </p:grpSp>
        </p:grpSp>
        <p:grpSp>
          <p:nvGrpSpPr>
            <p:cNvPr id="127" name="Google Shape;127;p14"/>
            <p:cNvGrpSpPr/>
            <p:nvPr/>
          </p:nvGrpSpPr>
          <p:grpSpPr>
            <a:xfrm>
              <a:off x="110700" y="2901963"/>
              <a:ext cx="1650250" cy="478475"/>
              <a:chOff x="130800" y="1999113"/>
              <a:chExt cx="1650250" cy="478475"/>
            </a:xfrm>
          </p:grpSpPr>
          <p:pic>
            <p:nvPicPr>
              <p:cNvPr id="128" name="Google Shape;128;p14" title="Information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30800" y="2140087"/>
                <a:ext cx="337500" cy="337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" name="Google Shape;129;p14"/>
              <p:cNvSpPr txBox="1"/>
              <p:nvPr/>
            </p:nvSpPr>
            <p:spPr>
              <a:xfrm>
                <a:off x="507550" y="1999113"/>
                <a:ext cx="12735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0">
                    <a:solidFill>
                      <a:schemeClr val="dk1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Software de Mantimento de Notas</a:t>
                </a:r>
                <a:endParaRPr sz="10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  <p:sp>
        <p:nvSpPr>
          <p:cNvPr id="130" name="Google Shape;130;p14"/>
          <p:cNvSpPr/>
          <p:nvPr/>
        </p:nvSpPr>
        <p:spPr>
          <a:xfrm>
            <a:off x="-75800" y="4775850"/>
            <a:ext cx="9339000" cy="519900"/>
          </a:xfrm>
          <a:prstGeom prst="rect">
            <a:avLst/>
          </a:prstGeom>
          <a:gradFill>
            <a:gsLst>
              <a:gs pos="0">
                <a:srgbClr val="3A8BEA"/>
              </a:gs>
              <a:gs pos="10000">
                <a:srgbClr val="438CE6"/>
              </a:gs>
              <a:gs pos="19000">
                <a:srgbClr val="2D73DF"/>
              </a:gs>
              <a:gs pos="100000">
                <a:srgbClr val="2461DF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-234950" y="4775200"/>
            <a:ext cx="1987500" cy="368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90C38E"/>
              </a:gs>
              <a:gs pos="19000">
                <a:srgbClr val="5FA75F"/>
              </a:gs>
              <a:gs pos="24000">
                <a:srgbClr val="61A661"/>
              </a:gs>
              <a:gs pos="100000">
                <a:srgbClr val="41A03D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4"/>
          <p:cNvPicPr preferRelativeResize="0"/>
          <p:nvPr/>
        </p:nvPicPr>
        <p:blipFill rotWithShape="1">
          <a:blip r:embed="rId13">
            <a:alphaModFix/>
          </a:blip>
          <a:srcRect b="38176" l="22076" r="22148" t="0"/>
          <a:stretch/>
        </p:blipFill>
        <p:spPr>
          <a:xfrm>
            <a:off x="60848" y="4819088"/>
            <a:ext cx="286201" cy="28793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3" name="Google Shape;133;p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-97500" y="-126000"/>
            <a:ext cx="919975" cy="85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60850" y="4351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Lixeira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50413" y="4247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Lixeira</a:t>
            </a:r>
            <a:endParaRPr sz="1100">
              <a:solidFill>
                <a:schemeClr val="lt1"/>
              </a:solidFill>
            </a:endParaRPr>
          </a:p>
        </p:txBody>
      </p:sp>
      <p:cxnSp>
        <p:nvCxnSpPr>
          <p:cNvPr id="136" name="Google Shape;136;p14"/>
          <p:cNvCxnSpPr/>
          <p:nvPr/>
        </p:nvCxnSpPr>
        <p:spPr>
          <a:xfrm>
            <a:off x="-101375" y="5160775"/>
            <a:ext cx="105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4"/>
          <p:cNvSpPr/>
          <p:nvPr/>
        </p:nvSpPr>
        <p:spPr>
          <a:xfrm>
            <a:off x="1809000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3575275" y="4794313"/>
            <a:ext cx="1754100" cy="337500"/>
          </a:xfrm>
          <a:prstGeom prst="roundRect">
            <a:avLst>
              <a:gd fmla="val 16667" name="adj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5341550" y="4794313"/>
            <a:ext cx="1754100" cy="337500"/>
          </a:xfrm>
          <a:prstGeom prst="roundRect">
            <a:avLst>
              <a:gd fmla="val 16667" name="adj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7107825" y="4794313"/>
            <a:ext cx="1754100" cy="337500"/>
          </a:xfrm>
          <a:prstGeom prst="roundRect">
            <a:avLst>
              <a:gd fmla="val 16667" name="adj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14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0938" y="4724112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/>
          <p:nvPr/>
        </p:nvSpPr>
        <p:spPr>
          <a:xfrm>
            <a:off x="2160025" y="4789716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2148975" y="4782366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- 1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3905425" y="4792768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- 2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3894375" y="4785419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- 2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5691350" y="4785148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- 3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5680300" y="4777799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- 3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148" name="Google Shape;148;p14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663" y="4722287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/>
          <p:nvPr/>
        </p:nvSpPr>
        <p:spPr>
          <a:xfrm>
            <a:off x="7436750" y="4788200"/>
            <a:ext cx="1498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- 4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7425700" y="4780850"/>
            <a:ext cx="1436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- 4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151" name="Google Shape;151;p14" title="Windows Picture and Fax Viewer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637150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 title="Windows Picture and Fax Viewer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420075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4"/>
          <p:cNvSpPr txBox="1"/>
          <p:nvPr/>
        </p:nvSpPr>
        <p:spPr>
          <a:xfrm>
            <a:off x="394050" y="4723713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dk2"/>
                </a:solidFill>
              </a:rPr>
              <a:t>Unicentro</a:t>
            </a:r>
            <a:endParaRPr i="1" sz="1900">
              <a:solidFill>
                <a:schemeClr val="dk2"/>
              </a:solidFill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377150" y="4713288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lt1"/>
                </a:solidFill>
              </a:rPr>
              <a:t>Unicentro</a:t>
            </a:r>
            <a:endParaRPr i="1" sz="1900">
              <a:solidFill>
                <a:schemeClr val="lt1"/>
              </a:solidFill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9058925" y="4775850"/>
            <a:ext cx="85200" cy="561600"/>
          </a:xfrm>
          <a:prstGeom prst="rect">
            <a:avLst/>
          </a:prstGeom>
          <a:gradFill>
            <a:gsLst>
              <a:gs pos="0">
                <a:srgbClr val="6FA6F7"/>
              </a:gs>
              <a:gs pos="18000">
                <a:srgbClr val="3E83F5"/>
              </a:gs>
              <a:gs pos="22000">
                <a:srgbClr val="3E83F5"/>
              </a:gs>
              <a:gs pos="27000">
                <a:srgbClr val="3E83F5"/>
              </a:gs>
              <a:gs pos="100000">
                <a:srgbClr val="2271D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8025" y="883750"/>
            <a:ext cx="919975" cy="8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2730425" y="1464325"/>
            <a:ext cx="10860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Apresentação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2719999" y="1453925"/>
            <a:ext cx="10725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Apresentação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163" name="Google Shape;16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97500" y="-126000"/>
            <a:ext cx="919975" cy="85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/>
        </p:nvSpPr>
        <p:spPr>
          <a:xfrm>
            <a:off x="60850" y="4351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Lixeira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50413" y="4247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Lixeira</a:t>
            </a:r>
            <a:endParaRPr sz="1100">
              <a:solidFill>
                <a:schemeClr val="lt1"/>
              </a:solidFill>
            </a:endParaRPr>
          </a:p>
        </p:txBody>
      </p:sp>
      <p:grpSp>
        <p:nvGrpSpPr>
          <p:cNvPr id="166" name="Google Shape;166;p15"/>
          <p:cNvGrpSpPr/>
          <p:nvPr/>
        </p:nvGrpSpPr>
        <p:grpSpPr>
          <a:xfrm>
            <a:off x="251103" y="129538"/>
            <a:ext cx="6012822" cy="3543225"/>
            <a:chOff x="541903" y="503375"/>
            <a:chExt cx="6012822" cy="3543225"/>
          </a:xfrm>
        </p:grpSpPr>
        <p:grpSp>
          <p:nvGrpSpPr>
            <p:cNvPr id="167" name="Google Shape;167;p15"/>
            <p:cNvGrpSpPr/>
            <p:nvPr/>
          </p:nvGrpSpPr>
          <p:grpSpPr>
            <a:xfrm>
              <a:off x="541903" y="503375"/>
              <a:ext cx="6012822" cy="3543225"/>
              <a:chOff x="541903" y="503375"/>
              <a:chExt cx="6012822" cy="3543225"/>
            </a:xfrm>
          </p:grpSpPr>
          <p:pic>
            <p:nvPicPr>
              <p:cNvPr id="168" name="Google Shape;168;p15" title="Notas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38025" y="883750"/>
                <a:ext cx="919975" cy="85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15"/>
              <p:cNvSpPr txBox="1"/>
              <p:nvPr/>
            </p:nvSpPr>
            <p:spPr>
              <a:xfrm>
                <a:off x="2730425" y="1464325"/>
                <a:ext cx="10860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chemeClr val="dk2"/>
                    </a:solidFill>
                  </a:rPr>
                  <a:t>Apresentação</a:t>
                </a:r>
                <a:endParaRPr sz="1100">
                  <a:solidFill>
                    <a:schemeClr val="dk2"/>
                  </a:solidFill>
                </a:endParaRPr>
              </a:p>
            </p:txBody>
          </p:sp>
          <p:sp>
            <p:nvSpPr>
              <p:cNvPr id="170" name="Google Shape;170;p15"/>
              <p:cNvSpPr txBox="1"/>
              <p:nvPr/>
            </p:nvSpPr>
            <p:spPr>
              <a:xfrm>
                <a:off x="2719999" y="1453925"/>
                <a:ext cx="10725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chemeClr val="lt1"/>
                    </a:solidFill>
                  </a:rPr>
                  <a:t>Apresentação</a:t>
                </a:r>
                <a:endParaRPr sz="1100">
                  <a:solidFill>
                    <a:schemeClr val="lt1"/>
                  </a:solidFill>
                </a:endParaRPr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606325" y="581000"/>
                <a:ext cx="5948400" cy="3465600"/>
              </a:xfrm>
              <a:prstGeom prst="round2SameRect">
                <a:avLst>
                  <a:gd fmla="val 3608" name="adj1"/>
                  <a:gd fmla="val 0" name="adj2"/>
                </a:avLst>
              </a:prstGeom>
              <a:gradFill>
                <a:gsLst>
                  <a:gs pos="0">
                    <a:srgbClr val="3D95FF"/>
                  </a:gs>
                  <a:gs pos="1000">
                    <a:srgbClr val="3493FF"/>
                  </a:gs>
                  <a:gs pos="2000">
                    <a:srgbClr val="2B90FF"/>
                  </a:gs>
                  <a:gs pos="5000">
                    <a:srgbClr val="3092FF"/>
                  </a:gs>
                  <a:gs pos="8000">
                    <a:srgbClr val="1876FA"/>
                  </a:gs>
                  <a:gs pos="100000">
                    <a:srgbClr val="0059F4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4500000" dist="85725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72" name="Google Shape;172;p15" title="Exit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147725" y="643326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3" name="Google Shape;173;p15" title="Maximize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5786250" y="643325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" name="Google Shape;174;p15" title="Minimize.png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5424775" y="643325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5" name="Google Shape;175;p15" title="Notas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41903" y="503375"/>
                <a:ext cx="610250" cy="566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" name="Google Shape;176;p15"/>
              <p:cNvSpPr txBox="1"/>
              <p:nvPr/>
            </p:nvSpPr>
            <p:spPr>
              <a:xfrm>
                <a:off x="1024025" y="609092"/>
                <a:ext cx="1858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dk2"/>
                    </a:solidFill>
                  </a:rPr>
                  <a:t>Introdução</a:t>
                </a:r>
                <a:endParaRPr sz="1200">
                  <a:solidFill>
                    <a:schemeClr val="dk2"/>
                  </a:solidFill>
                </a:endParaRPr>
              </a:p>
            </p:txBody>
          </p:sp>
          <p:sp>
            <p:nvSpPr>
              <p:cNvPr id="177" name="Google Shape;177;p15"/>
              <p:cNvSpPr txBox="1"/>
              <p:nvPr/>
            </p:nvSpPr>
            <p:spPr>
              <a:xfrm>
                <a:off x="1012975" y="601738"/>
                <a:ext cx="15717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lt1"/>
                    </a:solidFill>
                  </a:rPr>
                  <a:t>Introdução</a:t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sp>
            <p:nvSpPr>
              <p:cNvPr id="178" name="Google Shape;178;p15"/>
              <p:cNvSpPr/>
              <p:nvPr/>
            </p:nvSpPr>
            <p:spPr>
              <a:xfrm>
                <a:off x="645100" y="978625"/>
                <a:ext cx="5868300" cy="258900"/>
              </a:xfrm>
              <a:prstGeom prst="rect">
                <a:avLst/>
              </a:prstGeom>
              <a:solidFill>
                <a:srgbClr val="EBE7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5"/>
              <p:cNvSpPr/>
              <p:nvPr/>
            </p:nvSpPr>
            <p:spPr>
              <a:xfrm>
                <a:off x="644875" y="1226950"/>
                <a:ext cx="5868000" cy="2766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5"/>
              <p:cNvSpPr txBox="1"/>
              <p:nvPr/>
            </p:nvSpPr>
            <p:spPr>
              <a:xfrm>
                <a:off x="644875" y="934075"/>
                <a:ext cx="6714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0">
                    <a:solidFill>
                      <a:schemeClr val="dk1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Arquivo</a:t>
                </a:r>
                <a:endParaRPr sz="10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sp>
            <p:nvSpPr>
              <p:cNvPr id="181" name="Google Shape;181;p15"/>
              <p:cNvSpPr txBox="1"/>
              <p:nvPr/>
            </p:nvSpPr>
            <p:spPr>
              <a:xfrm>
                <a:off x="1241400" y="934075"/>
                <a:ext cx="5676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0">
                    <a:solidFill>
                      <a:schemeClr val="dk1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Editar</a:t>
                </a:r>
                <a:endParaRPr sz="10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sp>
            <p:nvSpPr>
              <p:cNvPr id="182" name="Google Shape;182;p15"/>
              <p:cNvSpPr txBox="1"/>
              <p:nvPr/>
            </p:nvSpPr>
            <p:spPr>
              <a:xfrm>
                <a:off x="1760950" y="934075"/>
                <a:ext cx="7218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0">
                    <a:solidFill>
                      <a:schemeClr val="dk1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Formatar</a:t>
                </a:r>
                <a:endParaRPr sz="10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sp>
            <p:nvSpPr>
              <p:cNvPr id="183" name="Google Shape;183;p15"/>
              <p:cNvSpPr txBox="1"/>
              <p:nvPr/>
            </p:nvSpPr>
            <p:spPr>
              <a:xfrm>
                <a:off x="2496788" y="934075"/>
                <a:ext cx="6714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0">
                    <a:solidFill>
                      <a:schemeClr val="dk1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Ver</a:t>
                </a:r>
                <a:endParaRPr sz="10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sp>
            <p:nvSpPr>
              <p:cNvPr id="184" name="Google Shape;184;p15"/>
              <p:cNvSpPr txBox="1"/>
              <p:nvPr/>
            </p:nvSpPr>
            <p:spPr>
              <a:xfrm>
                <a:off x="2862313" y="934063"/>
                <a:ext cx="6714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0">
                    <a:solidFill>
                      <a:schemeClr val="dk1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Ajuda</a:t>
                </a:r>
                <a:endParaRPr sz="10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sp>
          <p:nvSpPr>
            <p:cNvPr id="185" name="Google Shape;185;p15"/>
            <p:cNvSpPr txBox="1"/>
            <p:nvPr/>
          </p:nvSpPr>
          <p:spPr>
            <a:xfrm>
              <a:off x="666825" y="1274563"/>
              <a:ext cx="3948300" cy="259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 trabalho consistiu na confecção de um software de criação e manutenção de notas chamado “</a:t>
              </a:r>
              <a:r>
                <a:rPr b="1" lang="pt-BR" sz="13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Info Keep</a:t>
              </a:r>
              <a:r>
                <a:rPr lang="pt-BR" sz="13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”, utilizando o framework “</a:t>
              </a:r>
              <a:r>
                <a:rPr b="1" lang="pt-BR" sz="13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JavaFX</a:t>
              </a:r>
              <a:r>
                <a:rPr lang="pt-BR" sz="13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”, com um banco de dados </a:t>
              </a:r>
              <a:r>
                <a:rPr b="1" lang="pt-BR" sz="13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PostgreSQL</a:t>
              </a:r>
              <a:r>
                <a:rPr lang="pt-BR" sz="13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cuja conexão fora feita via </a:t>
              </a:r>
              <a:r>
                <a:rPr b="1" lang="pt-BR" sz="13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JDBC</a:t>
              </a:r>
              <a:r>
                <a:rPr lang="pt-BR" sz="13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.</a:t>
              </a:r>
              <a:endParaRPr sz="13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86" name="Google Shape;186;p15"/>
          <p:cNvGrpSpPr/>
          <p:nvPr/>
        </p:nvGrpSpPr>
        <p:grpSpPr>
          <a:xfrm>
            <a:off x="970566" y="2266004"/>
            <a:ext cx="4186499" cy="3029750"/>
            <a:chOff x="4234425" y="198625"/>
            <a:chExt cx="4627500" cy="3348900"/>
          </a:xfrm>
        </p:grpSpPr>
        <p:pic>
          <p:nvPicPr>
            <p:cNvPr id="187" name="Google Shape;187;p15" title="Notas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66125" y="501375"/>
              <a:ext cx="919975" cy="85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5"/>
            <p:cNvSpPr txBox="1"/>
            <p:nvPr/>
          </p:nvSpPr>
          <p:spPr>
            <a:xfrm>
              <a:off x="4652125" y="226717"/>
              <a:ext cx="1858500" cy="28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725" lIns="82725" spcFirstLastPara="1" rIns="82725" wrap="square" tIns="82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86">
                  <a:solidFill>
                    <a:schemeClr val="dk2"/>
                  </a:solidFill>
                </a:rPr>
                <a:t>Página de notas</a:t>
              </a:r>
              <a:endParaRPr sz="1086">
                <a:solidFill>
                  <a:schemeClr val="dk2"/>
                </a:solidFill>
              </a:endParaRPr>
            </a:p>
          </p:txBody>
        </p:sp>
        <p:sp>
          <p:nvSpPr>
            <p:cNvPr id="189" name="Google Shape;189;p15"/>
            <p:cNvSpPr txBox="1"/>
            <p:nvPr/>
          </p:nvSpPr>
          <p:spPr>
            <a:xfrm>
              <a:off x="6358525" y="1081950"/>
              <a:ext cx="10860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725" lIns="82725" spcFirstLastPara="1" rIns="82725" wrap="square" tIns="82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95">
                  <a:solidFill>
                    <a:schemeClr val="dk2"/>
                  </a:solidFill>
                </a:rPr>
                <a:t>Apresentação</a:t>
              </a:r>
              <a:endParaRPr sz="995">
                <a:solidFill>
                  <a:schemeClr val="dk2"/>
                </a:solidFill>
              </a:endParaRPr>
            </a:p>
          </p:txBody>
        </p:sp>
        <p:sp>
          <p:nvSpPr>
            <p:cNvPr id="190" name="Google Shape;190;p15"/>
            <p:cNvSpPr txBox="1"/>
            <p:nvPr/>
          </p:nvSpPr>
          <p:spPr>
            <a:xfrm>
              <a:off x="6348099" y="1071550"/>
              <a:ext cx="10725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725" lIns="82725" spcFirstLastPara="1" rIns="82725" wrap="square" tIns="82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95">
                  <a:solidFill>
                    <a:schemeClr val="lt1"/>
                  </a:solidFill>
                </a:rPr>
                <a:t>Apresentação</a:t>
              </a:r>
              <a:endParaRPr sz="995">
                <a:solidFill>
                  <a:schemeClr val="lt1"/>
                </a:solidFill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4234425" y="198625"/>
              <a:ext cx="4627500" cy="3348900"/>
            </a:xfrm>
            <a:prstGeom prst="round2SameRect">
              <a:avLst>
                <a:gd fmla="val 3608" name="adj1"/>
                <a:gd fmla="val 0" name="adj2"/>
              </a:avLst>
            </a:prstGeom>
            <a:gradFill>
              <a:gsLst>
                <a:gs pos="0">
                  <a:srgbClr val="3D95FF"/>
                </a:gs>
                <a:gs pos="1000">
                  <a:srgbClr val="3493FF"/>
                </a:gs>
                <a:gs pos="2000">
                  <a:srgbClr val="2B90FF"/>
                </a:gs>
                <a:gs pos="5000">
                  <a:srgbClr val="3092FF"/>
                </a:gs>
                <a:gs pos="8000">
                  <a:srgbClr val="1876FA"/>
                </a:gs>
                <a:gs pos="100000">
                  <a:srgbClr val="0059F4"/>
                </a:gs>
              </a:gsLst>
              <a:lin ang="5400012" scaled="0"/>
            </a:gradFill>
            <a:ln>
              <a:noFill/>
            </a:ln>
            <a:effectLst>
              <a:outerShdw blurRad="51700" rotWithShape="0" algn="bl" dir="4500000" dist="77550">
                <a:srgbClr val="000000">
                  <a:alpha val="43000"/>
                </a:srgbClr>
              </a:outerShdw>
            </a:effectLst>
          </p:spPr>
          <p:txBody>
            <a:bodyPr anchorCtr="0" anchor="ctr" bIns="82725" lIns="82725" spcFirstLastPara="1" rIns="82725" wrap="square" tIns="82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6"/>
            </a:p>
          </p:txBody>
        </p:sp>
        <p:pic>
          <p:nvPicPr>
            <p:cNvPr id="192" name="Google Shape;192;p15" title="Exit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460825" y="260951"/>
              <a:ext cx="286200" cy="28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5" title="Maximize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108000" y="260950"/>
              <a:ext cx="286200" cy="28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5" title="Minimize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755175" y="260950"/>
              <a:ext cx="286200" cy="28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15"/>
            <p:cNvSpPr txBox="1"/>
            <p:nvPr/>
          </p:nvSpPr>
          <p:spPr>
            <a:xfrm>
              <a:off x="4651625" y="228900"/>
              <a:ext cx="1411500" cy="28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725" lIns="82725" spcFirstLastPara="1" rIns="82725" wrap="square" tIns="82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86">
                  <a:solidFill>
                    <a:schemeClr val="dk2"/>
                  </a:solidFill>
                </a:rPr>
                <a:t>Página de notas</a:t>
              </a:r>
              <a:endParaRPr sz="1086">
                <a:solidFill>
                  <a:schemeClr val="dk2"/>
                </a:solidFill>
              </a:endParaRPr>
            </a:p>
          </p:txBody>
        </p:sp>
        <p:sp>
          <p:nvSpPr>
            <p:cNvPr id="196" name="Google Shape;196;p15"/>
            <p:cNvSpPr txBox="1"/>
            <p:nvPr/>
          </p:nvSpPr>
          <p:spPr>
            <a:xfrm>
              <a:off x="4641075" y="219375"/>
              <a:ext cx="1411500" cy="28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725" lIns="82725" spcFirstLastPara="1" rIns="82725" wrap="square" tIns="82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86">
                  <a:solidFill>
                    <a:schemeClr val="lt1"/>
                  </a:solidFill>
                </a:rPr>
                <a:t>Página de notas</a:t>
              </a:r>
              <a:endParaRPr sz="1086">
                <a:solidFill>
                  <a:schemeClr val="lt1"/>
                </a:solidFill>
              </a:endParaRPr>
            </a:p>
          </p:txBody>
        </p:sp>
        <p:pic>
          <p:nvPicPr>
            <p:cNvPr id="197" name="Google Shape;197;p15" title="Windows Picture and Fax Viewer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335700" y="260950"/>
              <a:ext cx="286200" cy="28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5"/>
            <p:cNvPicPr preferRelativeResize="0"/>
            <p:nvPr/>
          </p:nvPicPr>
          <p:blipFill rotWithShape="1">
            <a:blip r:embed="rId10">
              <a:alphaModFix/>
            </a:blip>
            <a:srcRect b="2402" l="1520" r="1694" t="1138"/>
            <a:stretch/>
          </p:blipFill>
          <p:spPr>
            <a:xfrm>
              <a:off x="4292189" y="599223"/>
              <a:ext cx="4525009" cy="290510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15"/>
          <p:cNvGrpSpPr/>
          <p:nvPr/>
        </p:nvGrpSpPr>
        <p:grpSpPr>
          <a:xfrm>
            <a:off x="4403925" y="435113"/>
            <a:ext cx="4627500" cy="3348900"/>
            <a:chOff x="138900" y="2179625"/>
            <a:chExt cx="4627500" cy="3348900"/>
          </a:xfrm>
        </p:grpSpPr>
        <p:grpSp>
          <p:nvGrpSpPr>
            <p:cNvPr id="200" name="Google Shape;200;p15"/>
            <p:cNvGrpSpPr/>
            <p:nvPr/>
          </p:nvGrpSpPr>
          <p:grpSpPr>
            <a:xfrm>
              <a:off x="138900" y="2179625"/>
              <a:ext cx="4627500" cy="3348900"/>
              <a:chOff x="4234425" y="198625"/>
              <a:chExt cx="4627500" cy="3348900"/>
            </a:xfrm>
          </p:grpSpPr>
          <p:pic>
            <p:nvPicPr>
              <p:cNvPr id="201" name="Google Shape;201;p15" title="Notas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366125" y="501375"/>
                <a:ext cx="919975" cy="85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2" name="Google Shape;202;p15"/>
              <p:cNvSpPr txBox="1"/>
              <p:nvPr/>
            </p:nvSpPr>
            <p:spPr>
              <a:xfrm>
                <a:off x="4652125" y="226717"/>
                <a:ext cx="1858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dk2"/>
                    </a:solidFill>
                  </a:rPr>
                  <a:t>Página de notas</a:t>
                </a:r>
                <a:endParaRPr sz="1200">
                  <a:solidFill>
                    <a:schemeClr val="dk2"/>
                  </a:solidFill>
                </a:endParaRPr>
              </a:p>
            </p:txBody>
          </p:sp>
          <p:sp>
            <p:nvSpPr>
              <p:cNvPr id="203" name="Google Shape;203;p15"/>
              <p:cNvSpPr txBox="1"/>
              <p:nvPr/>
            </p:nvSpPr>
            <p:spPr>
              <a:xfrm>
                <a:off x="6358525" y="1081950"/>
                <a:ext cx="10860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chemeClr val="dk2"/>
                    </a:solidFill>
                  </a:rPr>
                  <a:t>Apresentação</a:t>
                </a:r>
                <a:endParaRPr sz="1100">
                  <a:solidFill>
                    <a:schemeClr val="dk2"/>
                  </a:solidFill>
                </a:endParaRPr>
              </a:p>
            </p:txBody>
          </p:sp>
          <p:sp>
            <p:nvSpPr>
              <p:cNvPr id="204" name="Google Shape;204;p15"/>
              <p:cNvSpPr txBox="1"/>
              <p:nvPr/>
            </p:nvSpPr>
            <p:spPr>
              <a:xfrm>
                <a:off x="6348099" y="1071550"/>
                <a:ext cx="10725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chemeClr val="lt1"/>
                    </a:solidFill>
                  </a:rPr>
                  <a:t>Apresentação</a:t>
                </a:r>
                <a:endParaRPr sz="1100">
                  <a:solidFill>
                    <a:schemeClr val="lt1"/>
                  </a:solidFill>
                </a:endParaRPr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4234425" y="198625"/>
                <a:ext cx="4627500" cy="3348900"/>
              </a:xfrm>
              <a:prstGeom prst="round2SameRect">
                <a:avLst>
                  <a:gd fmla="val 3608" name="adj1"/>
                  <a:gd fmla="val 0" name="adj2"/>
                </a:avLst>
              </a:prstGeom>
              <a:gradFill>
                <a:gsLst>
                  <a:gs pos="0">
                    <a:srgbClr val="3D95FF"/>
                  </a:gs>
                  <a:gs pos="1000">
                    <a:srgbClr val="3493FF"/>
                  </a:gs>
                  <a:gs pos="2000">
                    <a:srgbClr val="2B90FF"/>
                  </a:gs>
                  <a:gs pos="5000">
                    <a:srgbClr val="3092FF"/>
                  </a:gs>
                  <a:gs pos="8000">
                    <a:srgbClr val="1876FA"/>
                  </a:gs>
                  <a:gs pos="100000">
                    <a:srgbClr val="0059F4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4500000" dist="85725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06" name="Google Shape;206;p15" title="Exit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460825" y="260951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7" name="Google Shape;207;p15" title="Maximize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108000" y="26095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" name="Google Shape;208;p15" title="Minimize.png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755175" y="26095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9" name="Google Shape;209;p15"/>
              <p:cNvSpPr txBox="1"/>
              <p:nvPr/>
            </p:nvSpPr>
            <p:spPr>
              <a:xfrm>
                <a:off x="4651625" y="228900"/>
                <a:ext cx="1411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dk2"/>
                    </a:solidFill>
                  </a:rPr>
                  <a:t>Página de login</a:t>
                </a:r>
                <a:endParaRPr sz="1200">
                  <a:solidFill>
                    <a:schemeClr val="dk2"/>
                  </a:solidFill>
                </a:endParaRPr>
              </a:p>
            </p:txBody>
          </p:sp>
          <p:sp>
            <p:nvSpPr>
              <p:cNvPr id="210" name="Google Shape;210;p15"/>
              <p:cNvSpPr txBox="1"/>
              <p:nvPr/>
            </p:nvSpPr>
            <p:spPr>
              <a:xfrm>
                <a:off x="4641075" y="219375"/>
                <a:ext cx="1411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lt1"/>
                    </a:solidFill>
                  </a:rPr>
                  <a:t>Página de login</a:t>
                </a:r>
                <a:endParaRPr sz="1200">
                  <a:solidFill>
                    <a:schemeClr val="lt1"/>
                  </a:solidFill>
                </a:endParaRPr>
              </a:p>
            </p:txBody>
          </p:sp>
          <p:pic>
            <p:nvPicPr>
              <p:cNvPr id="211" name="Google Shape;211;p15" title="Windows Picture and Fax Viewer.png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335700" y="26095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2" name="Google Shape;212;p15"/>
            <p:cNvPicPr preferRelativeResize="0"/>
            <p:nvPr/>
          </p:nvPicPr>
          <p:blipFill rotWithShape="1">
            <a:blip r:embed="rId11">
              <a:alphaModFix/>
            </a:blip>
            <a:srcRect b="3582" l="2722" r="1447" t="2398"/>
            <a:stretch/>
          </p:blipFill>
          <p:spPr>
            <a:xfrm>
              <a:off x="200575" y="2571750"/>
              <a:ext cx="4477825" cy="2838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15"/>
          <p:cNvSpPr/>
          <p:nvPr/>
        </p:nvSpPr>
        <p:spPr>
          <a:xfrm>
            <a:off x="-75800" y="4775850"/>
            <a:ext cx="9339000" cy="519900"/>
          </a:xfrm>
          <a:prstGeom prst="rect">
            <a:avLst/>
          </a:prstGeom>
          <a:gradFill>
            <a:gsLst>
              <a:gs pos="0">
                <a:srgbClr val="3A8BEA"/>
              </a:gs>
              <a:gs pos="10000">
                <a:srgbClr val="438CE6"/>
              </a:gs>
              <a:gs pos="19000">
                <a:srgbClr val="2D73DF"/>
              </a:gs>
              <a:gs pos="100000">
                <a:srgbClr val="2461DF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-234950" y="4775200"/>
            <a:ext cx="1987500" cy="368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90C38E"/>
              </a:gs>
              <a:gs pos="19000">
                <a:srgbClr val="5FA75F"/>
              </a:gs>
              <a:gs pos="24000">
                <a:srgbClr val="61A661"/>
              </a:gs>
              <a:gs pos="100000">
                <a:srgbClr val="41A03D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15"/>
          <p:cNvPicPr preferRelativeResize="0"/>
          <p:nvPr/>
        </p:nvPicPr>
        <p:blipFill rotWithShape="1">
          <a:blip r:embed="rId12">
            <a:alphaModFix/>
          </a:blip>
          <a:srcRect b="38176" l="22076" r="22148" t="0"/>
          <a:stretch/>
        </p:blipFill>
        <p:spPr>
          <a:xfrm>
            <a:off x="60848" y="4819088"/>
            <a:ext cx="286201" cy="28793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216" name="Google Shape;216;p15"/>
          <p:cNvCxnSpPr/>
          <p:nvPr/>
        </p:nvCxnSpPr>
        <p:spPr>
          <a:xfrm>
            <a:off x="-101375" y="5160775"/>
            <a:ext cx="105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15"/>
          <p:cNvSpPr/>
          <p:nvPr/>
        </p:nvSpPr>
        <p:spPr>
          <a:xfrm>
            <a:off x="1809000" y="4794327"/>
            <a:ext cx="1754100" cy="398400"/>
          </a:xfrm>
          <a:prstGeom prst="round2Same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6FA6F7"/>
              </a:gs>
              <a:gs pos="18000">
                <a:srgbClr val="3E83F5"/>
              </a:gs>
              <a:gs pos="22000">
                <a:srgbClr val="3E83F5"/>
              </a:gs>
              <a:gs pos="27000">
                <a:srgbClr val="3E83F5"/>
              </a:gs>
              <a:gs pos="100000">
                <a:srgbClr val="3E83F5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3575275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5"/>
          <p:cNvSpPr/>
          <p:nvPr/>
        </p:nvSpPr>
        <p:spPr>
          <a:xfrm>
            <a:off x="5341550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"/>
          <p:cNvSpPr/>
          <p:nvPr/>
        </p:nvSpPr>
        <p:spPr>
          <a:xfrm>
            <a:off x="7107825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15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0938" y="4724112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5"/>
          <p:cNvSpPr txBox="1"/>
          <p:nvPr/>
        </p:nvSpPr>
        <p:spPr>
          <a:xfrm>
            <a:off x="2160025" y="4789717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23" name="Google Shape;223;p15"/>
          <p:cNvSpPr txBox="1"/>
          <p:nvPr/>
        </p:nvSpPr>
        <p:spPr>
          <a:xfrm>
            <a:off x="2148975" y="4782366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- 1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3905425" y="4792769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- 2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25" name="Google Shape;225;p15"/>
          <p:cNvSpPr txBox="1"/>
          <p:nvPr/>
        </p:nvSpPr>
        <p:spPr>
          <a:xfrm>
            <a:off x="3894375" y="4785418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- 2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5691350" y="4785149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- 3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27" name="Google Shape;227;p15"/>
          <p:cNvSpPr txBox="1"/>
          <p:nvPr/>
        </p:nvSpPr>
        <p:spPr>
          <a:xfrm>
            <a:off x="5680300" y="4777798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- 3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228" name="Google Shape;228;p15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663" y="4722287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5"/>
          <p:cNvSpPr txBox="1"/>
          <p:nvPr/>
        </p:nvSpPr>
        <p:spPr>
          <a:xfrm>
            <a:off x="7436750" y="4788200"/>
            <a:ext cx="1425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- 4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7425700" y="4780850"/>
            <a:ext cx="13368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- 4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231" name="Google Shape;231;p15" title="Windows Picture and Fax Viewe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7150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5" title="Windows Picture and Fax Viewe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20075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5"/>
          <p:cNvSpPr txBox="1"/>
          <p:nvPr/>
        </p:nvSpPr>
        <p:spPr>
          <a:xfrm>
            <a:off x="394050" y="4723713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dk2"/>
                </a:solidFill>
              </a:rPr>
              <a:t>Unicentro</a:t>
            </a:r>
            <a:endParaRPr i="1" sz="1900">
              <a:solidFill>
                <a:schemeClr val="dk2"/>
              </a:solidFill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377150" y="4713288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lt1"/>
                </a:solidFill>
              </a:rPr>
              <a:t>Unicentro</a:t>
            </a:r>
            <a:endParaRPr i="1" sz="1900">
              <a:solidFill>
                <a:schemeClr val="lt1"/>
              </a:solidFill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9058925" y="4775850"/>
            <a:ext cx="85200" cy="561600"/>
          </a:xfrm>
          <a:prstGeom prst="rect">
            <a:avLst/>
          </a:prstGeom>
          <a:gradFill>
            <a:gsLst>
              <a:gs pos="0">
                <a:srgbClr val="6FA6F7"/>
              </a:gs>
              <a:gs pos="18000">
                <a:srgbClr val="3E83F5"/>
              </a:gs>
              <a:gs pos="22000">
                <a:srgbClr val="3E83F5"/>
              </a:gs>
              <a:gs pos="27000">
                <a:srgbClr val="3E83F5"/>
              </a:gs>
              <a:gs pos="100000">
                <a:srgbClr val="2271D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6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8025" y="883750"/>
            <a:ext cx="919975" cy="8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6"/>
          <p:cNvSpPr txBox="1"/>
          <p:nvPr/>
        </p:nvSpPr>
        <p:spPr>
          <a:xfrm>
            <a:off x="2730425" y="1464325"/>
            <a:ext cx="10860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Apresentação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2" name="Google Shape;242;p16"/>
          <p:cNvSpPr txBox="1"/>
          <p:nvPr/>
        </p:nvSpPr>
        <p:spPr>
          <a:xfrm>
            <a:off x="2719999" y="1453925"/>
            <a:ext cx="10725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Apresentação</a:t>
            </a:r>
            <a:endParaRPr sz="1100">
              <a:solidFill>
                <a:schemeClr val="lt1"/>
              </a:solidFill>
            </a:endParaRPr>
          </a:p>
        </p:txBody>
      </p:sp>
      <p:grpSp>
        <p:nvGrpSpPr>
          <p:cNvPr id="243" name="Google Shape;243;p16"/>
          <p:cNvGrpSpPr/>
          <p:nvPr/>
        </p:nvGrpSpPr>
        <p:grpSpPr>
          <a:xfrm>
            <a:off x="732250" y="435116"/>
            <a:ext cx="5746430" cy="4069627"/>
            <a:chOff x="2410175" y="424725"/>
            <a:chExt cx="4627500" cy="3277200"/>
          </a:xfrm>
        </p:grpSpPr>
        <p:grpSp>
          <p:nvGrpSpPr>
            <p:cNvPr id="244" name="Google Shape;244;p16"/>
            <p:cNvGrpSpPr/>
            <p:nvPr/>
          </p:nvGrpSpPr>
          <p:grpSpPr>
            <a:xfrm>
              <a:off x="2410175" y="424725"/>
              <a:ext cx="4627500" cy="3277200"/>
              <a:chOff x="4234425" y="198637"/>
              <a:chExt cx="4627500" cy="3277200"/>
            </a:xfrm>
          </p:grpSpPr>
          <p:pic>
            <p:nvPicPr>
              <p:cNvPr id="245" name="Google Shape;245;p16" title="Notas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366125" y="501375"/>
                <a:ext cx="919975" cy="85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6" name="Google Shape;246;p16"/>
              <p:cNvSpPr txBox="1"/>
              <p:nvPr/>
            </p:nvSpPr>
            <p:spPr>
              <a:xfrm>
                <a:off x="4652125" y="226717"/>
                <a:ext cx="1858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3525" lIns="113525" spcFirstLastPara="1" rIns="113525" wrap="square" tIns="1135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90">
                    <a:solidFill>
                      <a:schemeClr val="dk2"/>
                    </a:solidFill>
                  </a:rPr>
                  <a:t>Página de notas</a:t>
                </a:r>
                <a:endParaRPr sz="1490">
                  <a:solidFill>
                    <a:schemeClr val="dk2"/>
                  </a:solidFill>
                </a:endParaRPr>
              </a:p>
            </p:txBody>
          </p:sp>
          <p:sp>
            <p:nvSpPr>
              <p:cNvPr id="247" name="Google Shape;247;p16"/>
              <p:cNvSpPr txBox="1"/>
              <p:nvPr/>
            </p:nvSpPr>
            <p:spPr>
              <a:xfrm>
                <a:off x="6358525" y="1081950"/>
                <a:ext cx="10860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3525" lIns="113525" spcFirstLastPara="1" rIns="113525" wrap="square" tIns="1135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366">
                    <a:solidFill>
                      <a:schemeClr val="dk2"/>
                    </a:solidFill>
                  </a:rPr>
                  <a:t>Apresentação</a:t>
                </a:r>
                <a:endParaRPr sz="1366">
                  <a:solidFill>
                    <a:schemeClr val="dk2"/>
                  </a:solidFill>
                </a:endParaRPr>
              </a:p>
            </p:txBody>
          </p:sp>
          <p:sp>
            <p:nvSpPr>
              <p:cNvPr id="248" name="Google Shape;248;p16"/>
              <p:cNvSpPr txBox="1"/>
              <p:nvPr/>
            </p:nvSpPr>
            <p:spPr>
              <a:xfrm>
                <a:off x="6348099" y="1071550"/>
                <a:ext cx="10725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3525" lIns="113525" spcFirstLastPara="1" rIns="113525" wrap="square" tIns="1135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366">
                    <a:solidFill>
                      <a:schemeClr val="lt1"/>
                    </a:solidFill>
                  </a:rPr>
                  <a:t>Apresentação</a:t>
                </a:r>
                <a:endParaRPr sz="1366">
                  <a:solidFill>
                    <a:schemeClr val="lt1"/>
                  </a:solidFill>
                </a:endParaRPr>
              </a:p>
            </p:txBody>
          </p:sp>
          <p:sp>
            <p:nvSpPr>
              <p:cNvPr id="249" name="Google Shape;249;p16"/>
              <p:cNvSpPr/>
              <p:nvPr/>
            </p:nvSpPr>
            <p:spPr>
              <a:xfrm>
                <a:off x="4234425" y="198637"/>
                <a:ext cx="4627500" cy="3277200"/>
              </a:xfrm>
              <a:prstGeom prst="round2SameRect">
                <a:avLst>
                  <a:gd fmla="val 3608" name="adj1"/>
                  <a:gd fmla="val 0" name="adj2"/>
                </a:avLst>
              </a:prstGeom>
              <a:gradFill>
                <a:gsLst>
                  <a:gs pos="0">
                    <a:srgbClr val="3D95FF"/>
                  </a:gs>
                  <a:gs pos="1000">
                    <a:srgbClr val="3493FF"/>
                  </a:gs>
                  <a:gs pos="2000">
                    <a:srgbClr val="2B90FF"/>
                  </a:gs>
                  <a:gs pos="5000">
                    <a:srgbClr val="3092FF"/>
                  </a:gs>
                  <a:gs pos="8000">
                    <a:srgbClr val="1876FA"/>
                  </a:gs>
                  <a:gs pos="100000">
                    <a:srgbClr val="0059F4"/>
                  </a:gs>
                </a:gsLst>
                <a:lin ang="5400012" scaled="0"/>
              </a:gradFill>
              <a:ln>
                <a:noFill/>
              </a:ln>
              <a:effectLst>
                <a:outerShdw blurRad="70970" rotWithShape="0" algn="bl" dir="4500000" dist="106455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13525" lIns="113525" spcFirstLastPara="1" rIns="113525" wrap="square" tIns="1135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39"/>
              </a:p>
            </p:txBody>
          </p:sp>
          <p:pic>
            <p:nvPicPr>
              <p:cNvPr id="250" name="Google Shape;250;p16" title="Exit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460825" y="260951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1" name="Google Shape;251;p16" title="Maximize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108000" y="26095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2" name="Google Shape;252;p16" title="Minimize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7755175" y="26095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3" name="Google Shape;253;p16"/>
              <p:cNvSpPr txBox="1"/>
              <p:nvPr/>
            </p:nvSpPr>
            <p:spPr>
              <a:xfrm>
                <a:off x="4633033" y="212452"/>
                <a:ext cx="1411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3525" lIns="113525" spcFirstLastPara="1" rIns="113525" wrap="square" tIns="1135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90">
                    <a:solidFill>
                      <a:schemeClr val="dk2"/>
                    </a:solidFill>
                  </a:rPr>
                  <a:t>MVC do projeto</a:t>
                </a:r>
                <a:endParaRPr sz="1490">
                  <a:solidFill>
                    <a:schemeClr val="dk2"/>
                  </a:solidFill>
                </a:endParaRPr>
              </a:p>
            </p:txBody>
          </p:sp>
          <p:sp>
            <p:nvSpPr>
              <p:cNvPr id="254" name="Google Shape;254;p16"/>
              <p:cNvSpPr txBox="1"/>
              <p:nvPr/>
            </p:nvSpPr>
            <p:spPr>
              <a:xfrm>
                <a:off x="4622483" y="202927"/>
                <a:ext cx="1411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3525" lIns="113525" spcFirstLastPara="1" rIns="113525" wrap="square" tIns="1135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90">
                    <a:solidFill>
                      <a:schemeClr val="lt1"/>
                    </a:solidFill>
                  </a:rPr>
                  <a:t>MVC do projeto</a:t>
                </a:r>
                <a:endParaRPr sz="1490">
                  <a:solidFill>
                    <a:schemeClr val="lt1"/>
                  </a:solidFill>
                </a:endParaRPr>
              </a:p>
            </p:txBody>
          </p:sp>
          <p:pic>
            <p:nvPicPr>
              <p:cNvPr id="255" name="Google Shape;255;p16" title="Windows Picture and Fax Viewer.png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317108" y="244502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56" name="Google Shape;256;p1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434662" y="811353"/>
              <a:ext cx="4578526" cy="28528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" name="Google Shape;257;p16"/>
          <p:cNvGrpSpPr/>
          <p:nvPr/>
        </p:nvGrpSpPr>
        <p:grpSpPr>
          <a:xfrm>
            <a:off x="4991825" y="424725"/>
            <a:ext cx="4041709" cy="2535861"/>
            <a:chOff x="5541642" y="43049"/>
            <a:chExt cx="3499316" cy="2195551"/>
          </a:xfrm>
        </p:grpSpPr>
        <p:grpSp>
          <p:nvGrpSpPr>
            <p:cNvPr id="258" name="Google Shape;258;p16"/>
            <p:cNvGrpSpPr/>
            <p:nvPr/>
          </p:nvGrpSpPr>
          <p:grpSpPr>
            <a:xfrm>
              <a:off x="5541642" y="43049"/>
              <a:ext cx="3499316" cy="2195551"/>
              <a:chOff x="4234405" y="198627"/>
              <a:chExt cx="4627500" cy="2903400"/>
            </a:xfrm>
          </p:grpSpPr>
          <p:pic>
            <p:nvPicPr>
              <p:cNvPr id="259" name="Google Shape;259;p16" title="Notas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366125" y="501375"/>
                <a:ext cx="919975" cy="85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0" name="Google Shape;260;p16"/>
              <p:cNvSpPr txBox="1"/>
              <p:nvPr/>
            </p:nvSpPr>
            <p:spPr>
              <a:xfrm>
                <a:off x="4652125" y="226717"/>
                <a:ext cx="1858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9875" lIns="79875" spcFirstLastPara="1" rIns="79875" wrap="square" tIns="79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48">
                    <a:solidFill>
                      <a:schemeClr val="dk2"/>
                    </a:solidFill>
                  </a:rPr>
                  <a:t>Página de notas</a:t>
                </a:r>
                <a:endParaRPr sz="1048">
                  <a:solidFill>
                    <a:schemeClr val="dk2"/>
                  </a:solidFill>
                </a:endParaRPr>
              </a:p>
            </p:txBody>
          </p:sp>
          <p:sp>
            <p:nvSpPr>
              <p:cNvPr id="261" name="Google Shape;261;p16"/>
              <p:cNvSpPr txBox="1"/>
              <p:nvPr/>
            </p:nvSpPr>
            <p:spPr>
              <a:xfrm>
                <a:off x="6358525" y="1081950"/>
                <a:ext cx="10860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9875" lIns="79875" spcFirstLastPara="1" rIns="79875" wrap="square" tIns="79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961">
                    <a:solidFill>
                      <a:schemeClr val="dk2"/>
                    </a:solidFill>
                  </a:rPr>
                  <a:t>Apresentação</a:t>
                </a:r>
                <a:endParaRPr sz="961">
                  <a:solidFill>
                    <a:schemeClr val="dk2"/>
                  </a:solidFill>
                </a:endParaRPr>
              </a:p>
            </p:txBody>
          </p:sp>
          <p:sp>
            <p:nvSpPr>
              <p:cNvPr id="262" name="Google Shape;262;p16"/>
              <p:cNvSpPr txBox="1"/>
              <p:nvPr/>
            </p:nvSpPr>
            <p:spPr>
              <a:xfrm>
                <a:off x="6348099" y="1071550"/>
                <a:ext cx="10725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9875" lIns="79875" spcFirstLastPara="1" rIns="79875" wrap="square" tIns="79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961">
                    <a:solidFill>
                      <a:schemeClr val="lt1"/>
                    </a:solidFill>
                  </a:rPr>
                  <a:t>Apresentação</a:t>
                </a:r>
                <a:endParaRPr sz="961">
                  <a:solidFill>
                    <a:schemeClr val="lt1"/>
                  </a:solidFill>
                </a:endParaRPr>
              </a:p>
            </p:txBody>
          </p:sp>
          <p:sp>
            <p:nvSpPr>
              <p:cNvPr id="263" name="Google Shape;263;p16"/>
              <p:cNvSpPr/>
              <p:nvPr/>
            </p:nvSpPr>
            <p:spPr>
              <a:xfrm>
                <a:off x="4234405" y="198627"/>
                <a:ext cx="4627500" cy="2903400"/>
              </a:xfrm>
              <a:prstGeom prst="round2SameRect">
                <a:avLst>
                  <a:gd fmla="val 3608" name="adj1"/>
                  <a:gd fmla="val 0" name="adj2"/>
                </a:avLst>
              </a:prstGeom>
              <a:gradFill>
                <a:gsLst>
                  <a:gs pos="0">
                    <a:srgbClr val="3D95FF"/>
                  </a:gs>
                  <a:gs pos="1000">
                    <a:srgbClr val="3493FF"/>
                  </a:gs>
                  <a:gs pos="2000">
                    <a:srgbClr val="2B90FF"/>
                  </a:gs>
                  <a:gs pos="5000">
                    <a:srgbClr val="3092FF"/>
                  </a:gs>
                  <a:gs pos="8000">
                    <a:srgbClr val="1876FA"/>
                  </a:gs>
                  <a:gs pos="100000">
                    <a:srgbClr val="0059F4"/>
                  </a:gs>
                </a:gsLst>
                <a:lin ang="5400012" scaled="0"/>
              </a:gradFill>
              <a:ln>
                <a:noFill/>
              </a:ln>
              <a:effectLst>
                <a:outerShdw blurRad="49922" rotWithShape="0" algn="bl" dir="4500000" dist="74883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79875" lIns="79875" spcFirstLastPara="1" rIns="79875" wrap="square" tIns="798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23"/>
              </a:p>
            </p:txBody>
          </p:sp>
          <p:pic>
            <p:nvPicPr>
              <p:cNvPr id="264" name="Google Shape;264;p16" title="Exit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460825" y="260951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5" name="Google Shape;265;p16" title="Maximize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108000" y="26095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6" name="Google Shape;266;p16" title="Minimize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7755175" y="26095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7" name="Google Shape;267;p16"/>
              <p:cNvSpPr txBox="1"/>
              <p:nvPr/>
            </p:nvSpPr>
            <p:spPr>
              <a:xfrm>
                <a:off x="4633017" y="212447"/>
                <a:ext cx="17256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9875" lIns="79875" spcFirstLastPara="1" rIns="79875" wrap="square" tIns="79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64">
                    <a:solidFill>
                      <a:schemeClr val="dk2"/>
                    </a:solidFill>
                  </a:rPr>
                  <a:t>Controller no código</a:t>
                </a:r>
                <a:endParaRPr sz="1164">
                  <a:solidFill>
                    <a:schemeClr val="dk2"/>
                  </a:solidFill>
                </a:endParaRPr>
              </a:p>
            </p:txBody>
          </p:sp>
          <p:sp>
            <p:nvSpPr>
              <p:cNvPr id="268" name="Google Shape;268;p16"/>
              <p:cNvSpPr txBox="1"/>
              <p:nvPr/>
            </p:nvSpPr>
            <p:spPr>
              <a:xfrm>
                <a:off x="4622474" y="202926"/>
                <a:ext cx="18234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9875" lIns="79875" spcFirstLastPara="1" rIns="79875" wrap="square" tIns="79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64">
                    <a:solidFill>
                      <a:schemeClr val="lt1"/>
                    </a:solidFill>
                  </a:rPr>
                  <a:t>Controller </a:t>
                </a:r>
                <a:r>
                  <a:rPr lang="pt-BR" sz="1164">
                    <a:solidFill>
                      <a:schemeClr val="lt1"/>
                    </a:solidFill>
                  </a:rPr>
                  <a:t>no c</a:t>
                </a:r>
                <a:r>
                  <a:rPr lang="pt-BR" sz="1164">
                    <a:solidFill>
                      <a:schemeClr val="lt1"/>
                    </a:solidFill>
                  </a:rPr>
                  <a:t>ódigo</a:t>
                </a:r>
                <a:endParaRPr sz="1164">
                  <a:solidFill>
                    <a:schemeClr val="lt1"/>
                  </a:solidFill>
                </a:endParaRPr>
              </a:p>
            </p:txBody>
          </p:sp>
          <p:pic>
            <p:nvPicPr>
              <p:cNvPr id="269" name="Google Shape;269;p16" title="Windows Picture and Fax Viewer.png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317108" y="244502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0" name="Google Shape;270;p16"/>
            <p:cNvPicPr preferRelativeResize="0"/>
            <p:nvPr/>
          </p:nvPicPr>
          <p:blipFill rotWithShape="1">
            <a:blip r:embed="rId10">
              <a:alphaModFix/>
            </a:blip>
            <a:srcRect b="1718" l="952" r="952" t="1766"/>
            <a:stretch/>
          </p:blipFill>
          <p:spPr>
            <a:xfrm>
              <a:off x="5570322" y="342010"/>
              <a:ext cx="3443702" cy="18704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1" name="Google Shape;271;p16"/>
          <p:cNvGrpSpPr/>
          <p:nvPr/>
        </p:nvGrpSpPr>
        <p:grpSpPr>
          <a:xfrm>
            <a:off x="1607450" y="2203450"/>
            <a:ext cx="4156487" cy="2669852"/>
            <a:chOff x="60851" y="2143934"/>
            <a:chExt cx="3499316" cy="2247729"/>
          </a:xfrm>
        </p:grpSpPr>
        <p:grpSp>
          <p:nvGrpSpPr>
            <p:cNvPr id="272" name="Google Shape;272;p16"/>
            <p:cNvGrpSpPr/>
            <p:nvPr/>
          </p:nvGrpSpPr>
          <p:grpSpPr>
            <a:xfrm>
              <a:off x="60851" y="2143934"/>
              <a:ext cx="3499316" cy="2247729"/>
              <a:chOff x="4234417" y="198640"/>
              <a:chExt cx="4627500" cy="2972400"/>
            </a:xfrm>
          </p:grpSpPr>
          <p:pic>
            <p:nvPicPr>
              <p:cNvPr id="273" name="Google Shape;273;p16" title="Notas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366125" y="501375"/>
                <a:ext cx="919975" cy="85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" name="Google Shape;274;p16"/>
              <p:cNvSpPr txBox="1"/>
              <p:nvPr/>
            </p:nvSpPr>
            <p:spPr>
              <a:xfrm>
                <a:off x="4652125" y="226717"/>
                <a:ext cx="1858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2150" lIns="82150" spcFirstLastPara="1" rIns="82150" wrap="square" tIns="82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78">
                    <a:solidFill>
                      <a:schemeClr val="dk2"/>
                    </a:solidFill>
                  </a:rPr>
                  <a:t>Página de notas</a:t>
                </a:r>
                <a:endParaRPr sz="1078">
                  <a:solidFill>
                    <a:schemeClr val="dk2"/>
                  </a:solidFill>
                </a:endParaRPr>
              </a:p>
            </p:txBody>
          </p:sp>
          <p:sp>
            <p:nvSpPr>
              <p:cNvPr id="275" name="Google Shape;275;p16"/>
              <p:cNvSpPr txBox="1"/>
              <p:nvPr/>
            </p:nvSpPr>
            <p:spPr>
              <a:xfrm>
                <a:off x="6358525" y="1081950"/>
                <a:ext cx="10860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2150" lIns="82150" spcFirstLastPara="1" rIns="82150" wrap="square" tIns="82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988">
                    <a:solidFill>
                      <a:schemeClr val="dk2"/>
                    </a:solidFill>
                  </a:rPr>
                  <a:t>Apresentação</a:t>
                </a:r>
                <a:endParaRPr sz="988">
                  <a:solidFill>
                    <a:schemeClr val="dk2"/>
                  </a:solidFill>
                </a:endParaRPr>
              </a:p>
            </p:txBody>
          </p:sp>
          <p:sp>
            <p:nvSpPr>
              <p:cNvPr id="276" name="Google Shape;276;p16"/>
              <p:cNvSpPr txBox="1"/>
              <p:nvPr/>
            </p:nvSpPr>
            <p:spPr>
              <a:xfrm>
                <a:off x="6348099" y="1071550"/>
                <a:ext cx="10725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2150" lIns="82150" spcFirstLastPara="1" rIns="82150" wrap="square" tIns="82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988">
                    <a:solidFill>
                      <a:schemeClr val="lt1"/>
                    </a:solidFill>
                  </a:rPr>
                  <a:t>Apresentação</a:t>
                </a:r>
                <a:endParaRPr sz="988">
                  <a:solidFill>
                    <a:schemeClr val="lt1"/>
                  </a:solidFill>
                </a:endParaRPr>
              </a:p>
            </p:txBody>
          </p:sp>
          <p:sp>
            <p:nvSpPr>
              <p:cNvPr id="277" name="Google Shape;277;p16"/>
              <p:cNvSpPr/>
              <p:nvPr/>
            </p:nvSpPr>
            <p:spPr>
              <a:xfrm>
                <a:off x="4234417" y="198640"/>
                <a:ext cx="4627500" cy="2972400"/>
              </a:xfrm>
              <a:prstGeom prst="round2SameRect">
                <a:avLst>
                  <a:gd fmla="val 3608" name="adj1"/>
                  <a:gd fmla="val 0" name="adj2"/>
                </a:avLst>
              </a:prstGeom>
              <a:gradFill>
                <a:gsLst>
                  <a:gs pos="0">
                    <a:srgbClr val="3D95FF"/>
                  </a:gs>
                  <a:gs pos="1000">
                    <a:srgbClr val="3493FF"/>
                  </a:gs>
                  <a:gs pos="2000">
                    <a:srgbClr val="2B90FF"/>
                  </a:gs>
                  <a:gs pos="5000">
                    <a:srgbClr val="3092FF"/>
                  </a:gs>
                  <a:gs pos="8000">
                    <a:srgbClr val="1876FA"/>
                  </a:gs>
                  <a:gs pos="100000">
                    <a:srgbClr val="0059F4"/>
                  </a:gs>
                </a:gsLst>
                <a:lin ang="5400012" scaled="0"/>
              </a:gradFill>
              <a:ln>
                <a:noFill/>
              </a:ln>
              <a:effectLst>
                <a:outerShdw blurRad="51341" rotWithShape="0" algn="bl" dir="4500000" dist="77012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82150" lIns="82150" spcFirstLastPara="1" rIns="82150" wrap="square" tIns="821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58"/>
              </a:p>
            </p:txBody>
          </p:sp>
          <p:pic>
            <p:nvPicPr>
              <p:cNvPr id="278" name="Google Shape;278;p16" title="Exit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460825" y="260951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9" name="Google Shape;279;p16" title="Maximize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108000" y="26095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0" name="Google Shape;280;p16" title="Minimize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7755175" y="26095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1" name="Google Shape;281;p16"/>
              <p:cNvSpPr txBox="1"/>
              <p:nvPr/>
            </p:nvSpPr>
            <p:spPr>
              <a:xfrm>
                <a:off x="4633017" y="212447"/>
                <a:ext cx="17256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2150" lIns="82150" spcFirstLastPara="1" rIns="82150" wrap="square" tIns="82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97">
                    <a:solidFill>
                      <a:schemeClr val="dk2"/>
                    </a:solidFill>
                  </a:rPr>
                  <a:t>View </a:t>
                </a:r>
                <a:r>
                  <a:rPr lang="pt-BR" sz="1197">
                    <a:solidFill>
                      <a:schemeClr val="dk2"/>
                    </a:solidFill>
                  </a:rPr>
                  <a:t>no código</a:t>
                </a:r>
                <a:endParaRPr sz="1197">
                  <a:solidFill>
                    <a:schemeClr val="dk2"/>
                  </a:solidFill>
                </a:endParaRPr>
              </a:p>
            </p:txBody>
          </p:sp>
          <p:sp>
            <p:nvSpPr>
              <p:cNvPr id="282" name="Google Shape;282;p16"/>
              <p:cNvSpPr txBox="1"/>
              <p:nvPr/>
            </p:nvSpPr>
            <p:spPr>
              <a:xfrm>
                <a:off x="4622474" y="202926"/>
                <a:ext cx="18234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2150" lIns="82150" spcFirstLastPara="1" rIns="82150" wrap="square" tIns="82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97">
                    <a:solidFill>
                      <a:schemeClr val="lt1"/>
                    </a:solidFill>
                  </a:rPr>
                  <a:t>View</a:t>
                </a:r>
                <a:r>
                  <a:rPr lang="pt-BR" sz="1197">
                    <a:solidFill>
                      <a:schemeClr val="lt1"/>
                    </a:solidFill>
                  </a:rPr>
                  <a:t> no código</a:t>
                </a:r>
                <a:endParaRPr sz="1197">
                  <a:solidFill>
                    <a:schemeClr val="lt1"/>
                  </a:solidFill>
                </a:endParaRPr>
              </a:p>
            </p:txBody>
          </p:sp>
          <p:pic>
            <p:nvPicPr>
              <p:cNvPr id="283" name="Google Shape;283;p16" title="Windows Picture and Fax Viewer.png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317108" y="244502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4" name="Google Shape;284;p16"/>
            <p:cNvPicPr preferRelativeResize="0"/>
            <p:nvPr/>
          </p:nvPicPr>
          <p:blipFill rotWithShape="1">
            <a:blip r:embed="rId11">
              <a:alphaModFix/>
            </a:blip>
            <a:srcRect b="1621" l="1115" r="1086" t="1882"/>
            <a:stretch/>
          </p:blipFill>
          <p:spPr>
            <a:xfrm>
              <a:off x="85119" y="2442532"/>
              <a:ext cx="3457989" cy="187582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5" name="Google Shape;285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97500" y="-126000"/>
            <a:ext cx="919975" cy="85182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6"/>
          <p:cNvSpPr txBox="1"/>
          <p:nvPr/>
        </p:nvSpPr>
        <p:spPr>
          <a:xfrm>
            <a:off x="60850" y="4351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Lixeira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50413" y="4247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Lixeira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-75800" y="4775850"/>
            <a:ext cx="9339000" cy="519900"/>
          </a:xfrm>
          <a:prstGeom prst="rect">
            <a:avLst/>
          </a:prstGeom>
          <a:gradFill>
            <a:gsLst>
              <a:gs pos="0">
                <a:srgbClr val="3A8BEA"/>
              </a:gs>
              <a:gs pos="10000">
                <a:srgbClr val="438CE6"/>
              </a:gs>
              <a:gs pos="19000">
                <a:srgbClr val="2D73DF"/>
              </a:gs>
              <a:gs pos="100000">
                <a:srgbClr val="2461DF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-234950" y="4775200"/>
            <a:ext cx="1987500" cy="368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90C38E"/>
              </a:gs>
              <a:gs pos="19000">
                <a:srgbClr val="5FA75F"/>
              </a:gs>
              <a:gs pos="24000">
                <a:srgbClr val="61A661"/>
              </a:gs>
              <a:gs pos="100000">
                <a:srgbClr val="41A03D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16"/>
          <p:cNvPicPr preferRelativeResize="0"/>
          <p:nvPr/>
        </p:nvPicPr>
        <p:blipFill rotWithShape="1">
          <a:blip r:embed="rId13">
            <a:alphaModFix/>
          </a:blip>
          <a:srcRect b="38176" l="22076" r="22148" t="0"/>
          <a:stretch/>
        </p:blipFill>
        <p:spPr>
          <a:xfrm>
            <a:off x="60848" y="4819088"/>
            <a:ext cx="286201" cy="28793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291" name="Google Shape;291;p16"/>
          <p:cNvCxnSpPr/>
          <p:nvPr/>
        </p:nvCxnSpPr>
        <p:spPr>
          <a:xfrm>
            <a:off x="-101375" y="5160775"/>
            <a:ext cx="105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16"/>
          <p:cNvSpPr/>
          <p:nvPr/>
        </p:nvSpPr>
        <p:spPr>
          <a:xfrm>
            <a:off x="1809000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3575275" y="4794327"/>
            <a:ext cx="1754100" cy="384600"/>
          </a:xfrm>
          <a:prstGeom prst="round2Same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6FA6F7"/>
              </a:gs>
              <a:gs pos="18000">
                <a:srgbClr val="3E83F5"/>
              </a:gs>
              <a:gs pos="22000">
                <a:srgbClr val="3E83F5"/>
              </a:gs>
              <a:gs pos="27000">
                <a:srgbClr val="3E83F5"/>
              </a:gs>
              <a:gs pos="100000">
                <a:srgbClr val="3E83F5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5341550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7107825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16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0938" y="4724112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6"/>
          <p:cNvSpPr txBox="1"/>
          <p:nvPr/>
        </p:nvSpPr>
        <p:spPr>
          <a:xfrm>
            <a:off x="2160025" y="4789717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2148975" y="4782366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- 1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3905425" y="4792769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- 2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3894375" y="4785418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- 2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5691350" y="4785149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- 3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5680300" y="4777798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- 3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303" name="Google Shape;303;p16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663" y="4722287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6"/>
          <p:cNvSpPr txBox="1"/>
          <p:nvPr/>
        </p:nvSpPr>
        <p:spPr>
          <a:xfrm>
            <a:off x="7436750" y="4788200"/>
            <a:ext cx="1425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- 4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7425700" y="4780850"/>
            <a:ext cx="1456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- 4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306" name="Google Shape;306;p16" title="Windows Picture and Fax Viewe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7150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6" title="Windows Picture and Fax Viewe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20075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6"/>
          <p:cNvSpPr txBox="1"/>
          <p:nvPr/>
        </p:nvSpPr>
        <p:spPr>
          <a:xfrm>
            <a:off x="394050" y="4723713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dk2"/>
                </a:solidFill>
              </a:rPr>
              <a:t>Unicentro</a:t>
            </a:r>
            <a:endParaRPr i="1" sz="1900">
              <a:solidFill>
                <a:schemeClr val="dk2"/>
              </a:solidFill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377150" y="4713288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lt1"/>
                </a:solidFill>
              </a:rPr>
              <a:t>Unicentro</a:t>
            </a:r>
            <a:endParaRPr i="1" sz="1900">
              <a:solidFill>
                <a:schemeClr val="lt1"/>
              </a:solidFill>
            </a:endParaRPr>
          </a:p>
        </p:txBody>
      </p:sp>
      <p:grpSp>
        <p:nvGrpSpPr>
          <p:cNvPr id="310" name="Google Shape;310;p16"/>
          <p:cNvGrpSpPr/>
          <p:nvPr/>
        </p:nvGrpSpPr>
        <p:grpSpPr>
          <a:xfrm>
            <a:off x="347050" y="312700"/>
            <a:ext cx="4225074" cy="1807263"/>
            <a:chOff x="519206" y="354872"/>
            <a:chExt cx="3499316" cy="1496822"/>
          </a:xfrm>
        </p:grpSpPr>
        <p:grpSp>
          <p:nvGrpSpPr>
            <p:cNvPr id="311" name="Google Shape;311;p16"/>
            <p:cNvGrpSpPr/>
            <p:nvPr/>
          </p:nvGrpSpPr>
          <p:grpSpPr>
            <a:xfrm>
              <a:off x="519206" y="354872"/>
              <a:ext cx="3499316" cy="1496822"/>
              <a:chOff x="4234422" y="198624"/>
              <a:chExt cx="4627500" cy="1979400"/>
            </a:xfrm>
          </p:grpSpPr>
          <p:pic>
            <p:nvPicPr>
              <p:cNvPr id="312" name="Google Shape;312;p16" title="Notas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366125" y="501375"/>
                <a:ext cx="919975" cy="85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3" name="Google Shape;313;p16"/>
              <p:cNvSpPr txBox="1"/>
              <p:nvPr/>
            </p:nvSpPr>
            <p:spPr>
              <a:xfrm>
                <a:off x="4652125" y="226717"/>
                <a:ext cx="1858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3500" lIns="83500" spcFirstLastPara="1" rIns="83500" wrap="square" tIns="83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96">
                    <a:solidFill>
                      <a:schemeClr val="dk2"/>
                    </a:solidFill>
                  </a:rPr>
                  <a:t>Página de notas</a:t>
                </a:r>
                <a:endParaRPr sz="1096">
                  <a:solidFill>
                    <a:schemeClr val="dk2"/>
                  </a:solidFill>
                </a:endParaRPr>
              </a:p>
            </p:txBody>
          </p:sp>
          <p:sp>
            <p:nvSpPr>
              <p:cNvPr id="314" name="Google Shape;314;p16"/>
              <p:cNvSpPr txBox="1"/>
              <p:nvPr/>
            </p:nvSpPr>
            <p:spPr>
              <a:xfrm>
                <a:off x="6358525" y="1081950"/>
                <a:ext cx="10860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3500" lIns="83500" spcFirstLastPara="1" rIns="83500" wrap="square" tIns="83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4">
                    <a:solidFill>
                      <a:schemeClr val="dk2"/>
                    </a:solidFill>
                  </a:rPr>
                  <a:t>Apresentação</a:t>
                </a:r>
                <a:endParaRPr sz="1004">
                  <a:solidFill>
                    <a:schemeClr val="dk2"/>
                  </a:solidFill>
                </a:endParaRPr>
              </a:p>
            </p:txBody>
          </p:sp>
          <p:sp>
            <p:nvSpPr>
              <p:cNvPr id="315" name="Google Shape;315;p16"/>
              <p:cNvSpPr txBox="1"/>
              <p:nvPr/>
            </p:nvSpPr>
            <p:spPr>
              <a:xfrm>
                <a:off x="6348099" y="1071550"/>
                <a:ext cx="10725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3500" lIns="83500" spcFirstLastPara="1" rIns="83500" wrap="square" tIns="83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004">
                    <a:solidFill>
                      <a:schemeClr val="lt1"/>
                    </a:solidFill>
                  </a:rPr>
                  <a:t>Apresentação</a:t>
                </a:r>
                <a:endParaRPr sz="1004">
                  <a:solidFill>
                    <a:schemeClr val="lt1"/>
                  </a:solidFill>
                </a:endParaRPr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4234422" y="198624"/>
                <a:ext cx="4627500" cy="1979400"/>
              </a:xfrm>
              <a:prstGeom prst="round2SameRect">
                <a:avLst>
                  <a:gd fmla="val 3608" name="adj1"/>
                  <a:gd fmla="val 0" name="adj2"/>
                </a:avLst>
              </a:prstGeom>
              <a:gradFill>
                <a:gsLst>
                  <a:gs pos="0">
                    <a:srgbClr val="3D95FF"/>
                  </a:gs>
                  <a:gs pos="1000">
                    <a:srgbClr val="3493FF"/>
                  </a:gs>
                  <a:gs pos="2000">
                    <a:srgbClr val="2B90FF"/>
                  </a:gs>
                  <a:gs pos="5000">
                    <a:srgbClr val="3092FF"/>
                  </a:gs>
                  <a:gs pos="8000">
                    <a:srgbClr val="1876FA"/>
                  </a:gs>
                  <a:gs pos="100000">
                    <a:srgbClr val="0059F4"/>
                  </a:gs>
                </a:gsLst>
                <a:lin ang="5400012" scaled="0"/>
              </a:gradFill>
              <a:ln>
                <a:noFill/>
              </a:ln>
              <a:effectLst>
                <a:outerShdw blurRad="52186" rotWithShape="0" algn="bl" dir="4500000" dist="78279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83500" lIns="83500" spcFirstLastPara="1" rIns="83500" wrap="square" tIns="83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78"/>
              </a:p>
            </p:txBody>
          </p:sp>
          <p:pic>
            <p:nvPicPr>
              <p:cNvPr id="317" name="Google Shape;317;p16" title="Exit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460825" y="260951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8" name="Google Shape;318;p16" title="Maximize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108000" y="26095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9" name="Google Shape;319;p16" title="Minimize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7755175" y="260950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0" name="Google Shape;320;p16"/>
              <p:cNvSpPr txBox="1"/>
              <p:nvPr/>
            </p:nvSpPr>
            <p:spPr>
              <a:xfrm>
                <a:off x="4633017" y="212447"/>
                <a:ext cx="17256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3500" lIns="83500" spcFirstLastPara="1" rIns="83500" wrap="square" tIns="83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17">
                    <a:solidFill>
                      <a:schemeClr val="dk2"/>
                    </a:solidFill>
                  </a:rPr>
                  <a:t>Model </a:t>
                </a:r>
                <a:r>
                  <a:rPr lang="pt-BR" sz="1217">
                    <a:solidFill>
                      <a:schemeClr val="dk2"/>
                    </a:solidFill>
                  </a:rPr>
                  <a:t>no código</a:t>
                </a:r>
                <a:endParaRPr sz="1217">
                  <a:solidFill>
                    <a:schemeClr val="dk2"/>
                  </a:solidFill>
                </a:endParaRPr>
              </a:p>
            </p:txBody>
          </p:sp>
          <p:sp>
            <p:nvSpPr>
              <p:cNvPr id="321" name="Google Shape;321;p16"/>
              <p:cNvSpPr txBox="1"/>
              <p:nvPr/>
            </p:nvSpPr>
            <p:spPr>
              <a:xfrm>
                <a:off x="4622474" y="202926"/>
                <a:ext cx="15078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3500" lIns="83500" spcFirstLastPara="1" rIns="83500" wrap="square" tIns="83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17">
                    <a:solidFill>
                      <a:schemeClr val="lt1"/>
                    </a:solidFill>
                  </a:rPr>
                  <a:t>Model </a:t>
                </a:r>
                <a:r>
                  <a:rPr lang="pt-BR" sz="1217">
                    <a:solidFill>
                      <a:schemeClr val="lt1"/>
                    </a:solidFill>
                  </a:rPr>
                  <a:t>no código</a:t>
                </a:r>
                <a:endParaRPr sz="1217">
                  <a:solidFill>
                    <a:schemeClr val="lt1"/>
                  </a:solidFill>
                </a:endParaRPr>
              </a:p>
            </p:txBody>
          </p:sp>
          <p:pic>
            <p:nvPicPr>
              <p:cNvPr id="322" name="Google Shape;322;p16" title="Windows Picture and Fax Viewer.png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317108" y="244502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23" name="Google Shape;323;p16"/>
            <p:cNvPicPr preferRelativeResize="0"/>
            <p:nvPr/>
          </p:nvPicPr>
          <p:blipFill rotWithShape="1">
            <a:blip r:embed="rId14">
              <a:alphaModFix/>
            </a:blip>
            <a:srcRect b="4873" l="1383" r="1924" t="5053"/>
            <a:stretch/>
          </p:blipFill>
          <p:spPr>
            <a:xfrm>
              <a:off x="543721" y="674422"/>
              <a:ext cx="3451073" cy="11503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4" name="Google Shape;324;p16"/>
          <p:cNvSpPr/>
          <p:nvPr/>
        </p:nvSpPr>
        <p:spPr>
          <a:xfrm>
            <a:off x="9058925" y="4775850"/>
            <a:ext cx="85200" cy="561600"/>
          </a:xfrm>
          <a:prstGeom prst="rect">
            <a:avLst/>
          </a:prstGeom>
          <a:gradFill>
            <a:gsLst>
              <a:gs pos="0">
                <a:srgbClr val="6FA6F7"/>
              </a:gs>
              <a:gs pos="18000">
                <a:srgbClr val="3E83F5"/>
              </a:gs>
              <a:gs pos="22000">
                <a:srgbClr val="3E83F5"/>
              </a:gs>
              <a:gs pos="27000">
                <a:srgbClr val="3E83F5"/>
              </a:gs>
              <a:gs pos="100000">
                <a:srgbClr val="2271D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8025" y="883750"/>
            <a:ext cx="919975" cy="8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2730425" y="1464325"/>
            <a:ext cx="10860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Apresentação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31" name="Google Shape;331;p17"/>
          <p:cNvSpPr txBox="1"/>
          <p:nvPr/>
        </p:nvSpPr>
        <p:spPr>
          <a:xfrm>
            <a:off x="2719999" y="1453925"/>
            <a:ext cx="10725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Apresentação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332" name="Google Shape;33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97500" y="-126000"/>
            <a:ext cx="919975" cy="85182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7"/>
          <p:cNvSpPr txBox="1"/>
          <p:nvPr/>
        </p:nvSpPr>
        <p:spPr>
          <a:xfrm>
            <a:off x="60850" y="4351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Lixeira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50413" y="4247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Lixeira</a:t>
            </a:r>
            <a:endParaRPr sz="1100">
              <a:solidFill>
                <a:schemeClr val="lt1"/>
              </a:solidFill>
            </a:endParaRPr>
          </a:p>
        </p:txBody>
      </p:sp>
      <p:grpSp>
        <p:nvGrpSpPr>
          <p:cNvPr id="335" name="Google Shape;335;p17"/>
          <p:cNvGrpSpPr/>
          <p:nvPr/>
        </p:nvGrpSpPr>
        <p:grpSpPr>
          <a:xfrm>
            <a:off x="222937" y="44875"/>
            <a:ext cx="6294063" cy="4828491"/>
            <a:chOff x="1332325" y="44825"/>
            <a:chExt cx="6294063" cy="4828491"/>
          </a:xfrm>
        </p:grpSpPr>
        <p:grpSp>
          <p:nvGrpSpPr>
            <p:cNvPr id="336" name="Google Shape;336;p17"/>
            <p:cNvGrpSpPr/>
            <p:nvPr/>
          </p:nvGrpSpPr>
          <p:grpSpPr>
            <a:xfrm>
              <a:off x="1332325" y="44825"/>
              <a:ext cx="6294063" cy="4828491"/>
              <a:chOff x="3793412" y="198645"/>
              <a:chExt cx="5068500" cy="3888300"/>
            </a:xfrm>
          </p:grpSpPr>
          <p:pic>
            <p:nvPicPr>
              <p:cNvPr id="337" name="Google Shape;337;p17" title="Notas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366125" y="501375"/>
                <a:ext cx="919975" cy="85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8" name="Google Shape;338;p17"/>
              <p:cNvSpPr txBox="1"/>
              <p:nvPr/>
            </p:nvSpPr>
            <p:spPr>
              <a:xfrm>
                <a:off x="4652125" y="226717"/>
                <a:ext cx="1858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3525" lIns="113525" spcFirstLastPara="1" rIns="113525" wrap="square" tIns="1135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90">
                    <a:solidFill>
                      <a:schemeClr val="dk2"/>
                    </a:solidFill>
                  </a:rPr>
                  <a:t>Página de notas</a:t>
                </a:r>
                <a:endParaRPr sz="1490">
                  <a:solidFill>
                    <a:schemeClr val="dk2"/>
                  </a:solidFill>
                </a:endParaRPr>
              </a:p>
            </p:txBody>
          </p:sp>
          <p:sp>
            <p:nvSpPr>
              <p:cNvPr id="339" name="Google Shape;339;p17"/>
              <p:cNvSpPr txBox="1"/>
              <p:nvPr/>
            </p:nvSpPr>
            <p:spPr>
              <a:xfrm>
                <a:off x="6358525" y="1081950"/>
                <a:ext cx="10860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3525" lIns="113525" spcFirstLastPara="1" rIns="113525" wrap="square" tIns="1135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366">
                    <a:solidFill>
                      <a:schemeClr val="dk2"/>
                    </a:solidFill>
                  </a:rPr>
                  <a:t>Apresentação</a:t>
                </a:r>
                <a:endParaRPr sz="1366">
                  <a:solidFill>
                    <a:schemeClr val="dk2"/>
                  </a:solidFill>
                </a:endParaRPr>
              </a:p>
            </p:txBody>
          </p:sp>
          <p:sp>
            <p:nvSpPr>
              <p:cNvPr id="340" name="Google Shape;340;p17"/>
              <p:cNvSpPr txBox="1"/>
              <p:nvPr/>
            </p:nvSpPr>
            <p:spPr>
              <a:xfrm>
                <a:off x="6348099" y="1071550"/>
                <a:ext cx="10725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3525" lIns="113525" spcFirstLastPara="1" rIns="113525" wrap="square" tIns="1135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366">
                    <a:solidFill>
                      <a:schemeClr val="lt1"/>
                    </a:solidFill>
                  </a:rPr>
                  <a:t>Apresentação</a:t>
                </a:r>
                <a:endParaRPr sz="1366">
                  <a:solidFill>
                    <a:schemeClr val="lt1"/>
                  </a:solidFill>
                </a:endParaRPr>
              </a:p>
            </p:txBody>
          </p:sp>
          <p:sp>
            <p:nvSpPr>
              <p:cNvPr id="341" name="Google Shape;341;p17"/>
              <p:cNvSpPr/>
              <p:nvPr/>
            </p:nvSpPr>
            <p:spPr>
              <a:xfrm>
                <a:off x="3793412" y="198645"/>
                <a:ext cx="5068500" cy="3888300"/>
              </a:xfrm>
              <a:prstGeom prst="round2SameRect">
                <a:avLst>
                  <a:gd fmla="val 3608" name="adj1"/>
                  <a:gd fmla="val 0" name="adj2"/>
                </a:avLst>
              </a:prstGeom>
              <a:gradFill>
                <a:gsLst>
                  <a:gs pos="0">
                    <a:srgbClr val="3D95FF"/>
                  </a:gs>
                  <a:gs pos="1000">
                    <a:srgbClr val="3493FF"/>
                  </a:gs>
                  <a:gs pos="2000">
                    <a:srgbClr val="2B90FF"/>
                  </a:gs>
                  <a:gs pos="5000">
                    <a:srgbClr val="3092FF"/>
                  </a:gs>
                  <a:gs pos="8000">
                    <a:srgbClr val="1876FA"/>
                  </a:gs>
                  <a:gs pos="100000">
                    <a:srgbClr val="0059F4"/>
                  </a:gs>
                </a:gsLst>
                <a:lin ang="5400012" scaled="0"/>
              </a:gradFill>
              <a:ln>
                <a:noFill/>
              </a:ln>
              <a:effectLst>
                <a:outerShdw blurRad="70970" rotWithShape="0" algn="bl" dir="4500000" dist="106455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13525" lIns="113525" spcFirstLastPara="1" rIns="113525" wrap="square" tIns="1135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39"/>
              </a:p>
            </p:txBody>
          </p:sp>
          <p:pic>
            <p:nvPicPr>
              <p:cNvPr id="342" name="Google Shape;342;p17" title="Exit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460825" y="223706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3" name="Google Shape;343;p17" title="Maximize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107990" y="223706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4" name="Google Shape;344;p17" title="Minimize.png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755175" y="223706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5" name="Google Shape;345;p17"/>
              <p:cNvSpPr txBox="1"/>
              <p:nvPr/>
            </p:nvSpPr>
            <p:spPr>
              <a:xfrm>
                <a:off x="4166632" y="212455"/>
                <a:ext cx="1858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3525" lIns="113525" spcFirstLastPara="1" rIns="113525" wrap="square" tIns="1135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90">
                    <a:solidFill>
                      <a:schemeClr val="dk2"/>
                    </a:solidFill>
                  </a:rPr>
                  <a:t>MVC e DAO do projeto</a:t>
                </a:r>
                <a:endParaRPr sz="1490">
                  <a:solidFill>
                    <a:schemeClr val="dk2"/>
                  </a:solidFill>
                </a:endParaRPr>
              </a:p>
            </p:txBody>
          </p:sp>
          <p:sp>
            <p:nvSpPr>
              <p:cNvPr id="346" name="Google Shape;346;p17"/>
              <p:cNvSpPr txBox="1"/>
              <p:nvPr/>
            </p:nvSpPr>
            <p:spPr>
              <a:xfrm>
                <a:off x="4156083" y="202933"/>
                <a:ext cx="17931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3525" lIns="113525" spcFirstLastPara="1" rIns="113525" wrap="square" tIns="1135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90">
                    <a:solidFill>
                      <a:schemeClr val="lt1"/>
                    </a:solidFill>
                  </a:rPr>
                  <a:t>MVC e DAO do projeto</a:t>
                </a:r>
                <a:endParaRPr sz="1490">
                  <a:solidFill>
                    <a:schemeClr val="lt1"/>
                  </a:solidFill>
                </a:endParaRPr>
              </a:p>
            </p:txBody>
          </p:sp>
          <p:pic>
            <p:nvPicPr>
              <p:cNvPr id="347" name="Google Shape;347;p17" title="Windows Picture and Fax Viewer.png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3850698" y="244502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8" name="Google Shape;348;p1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390000" y="491875"/>
              <a:ext cx="6194575" cy="4302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9" name="Google Shape;349;p17"/>
          <p:cNvSpPr/>
          <p:nvPr/>
        </p:nvSpPr>
        <p:spPr>
          <a:xfrm>
            <a:off x="-75800" y="4775850"/>
            <a:ext cx="9339000" cy="519900"/>
          </a:xfrm>
          <a:prstGeom prst="rect">
            <a:avLst/>
          </a:prstGeom>
          <a:gradFill>
            <a:gsLst>
              <a:gs pos="0">
                <a:srgbClr val="3A8BEA"/>
              </a:gs>
              <a:gs pos="10000">
                <a:srgbClr val="438CE6"/>
              </a:gs>
              <a:gs pos="19000">
                <a:srgbClr val="2D73DF"/>
              </a:gs>
              <a:gs pos="100000">
                <a:srgbClr val="2461DF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-234950" y="4775200"/>
            <a:ext cx="1987500" cy="368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90C38E"/>
              </a:gs>
              <a:gs pos="19000">
                <a:srgbClr val="5FA75F"/>
              </a:gs>
              <a:gs pos="24000">
                <a:srgbClr val="61A661"/>
              </a:gs>
              <a:gs pos="100000">
                <a:srgbClr val="41A03D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17"/>
          <p:cNvPicPr preferRelativeResize="0"/>
          <p:nvPr/>
        </p:nvPicPr>
        <p:blipFill rotWithShape="1">
          <a:blip r:embed="rId11">
            <a:alphaModFix/>
          </a:blip>
          <a:srcRect b="38176" l="22076" r="22148" t="0"/>
          <a:stretch/>
        </p:blipFill>
        <p:spPr>
          <a:xfrm>
            <a:off x="60848" y="4819088"/>
            <a:ext cx="286201" cy="28793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352" name="Google Shape;352;p17"/>
          <p:cNvCxnSpPr/>
          <p:nvPr/>
        </p:nvCxnSpPr>
        <p:spPr>
          <a:xfrm>
            <a:off x="-101375" y="5160775"/>
            <a:ext cx="105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17"/>
          <p:cNvSpPr/>
          <p:nvPr/>
        </p:nvSpPr>
        <p:spPr>
          <a:xfrm>
            <a:off x="1809000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3575275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5341550" y="4794327"/>
            <a:ext cx="1754100" cy="398400"/>
          </a:xfrm>
          <a:prstGeom prst="round2Same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6FA6F7"/>
              </a:gs>
              <a:gs pos="18000">
                <a:srgbClr val="3E83F5"/>
              </a:gs>
              <a:gs pos="22000">
                <a:srgbClr val="3E83F5"/>
              </a:gs>
              <a:gs pos="27000">
                <a:srgbClr val="3E83F5"/>
              </a:gs>
              <a:gs pos="100000">
                <a:srgbClr val="3E83F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7107825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7" name="Google Shape;357;p17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0938" y="4724112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7"/>
          <p:cNvSpPr txBox="1"/>
          <p:nvPr/>
        </p:nvSpPr>
        <p:spPr>
          <a:xfrm>
            <a:off x="2160025" y="4789717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2148975" y="4782366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- 1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3905425" y="4792769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- 2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3894375" y="4785418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- 2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62" name="Google Shape;362;p17"/>
          <p:cNvSpPr txBox="1"/>
          <p:nvPr/>
        </p:nvSpPr>
        <p:spPr>
          <a:xfrm>
            <a:off x="5691350" y="4785149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- 3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5680300" y="4777798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- 3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364" name="Google Shape;364;p17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663" y="4722287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7"/>
          <p:cNvSpPr txBox="1"/>
          <p:nvPr/>
        </p:nvSpPr>
        <p:spPr>
          <a:xfrm>
            <a:off x="7436750" y="4788200"/>
            <a:ext cx="1486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- 4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66" name="Google Shape;366;p17"/>
          <p:cNvSpPr txBox="1"/>
          <p:nvPr/>
        </p:nvSpPr>
        <p:spPr>
          <a:xfrm>
            <a:off x="7425700" y="4780850"/>
            <a:ext cx="1462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- 4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367" name="Google Shape;367;p17" title="Windows Picture and Fax Viewe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7150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7" title="Windows Picture and Fax Viewe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20075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7"/>
          <p:cNvSpPr txBox="1"/>
          <p:nvPr/>
        </p:nvSpPr>
        <p:spPr>
          <a:xfrm>
            <a:off x="394050" y="4723713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dk2"/>
                </a:solidFill>
              </a:rPr>
              <a:t>Unicentro</a:t>
            </a:r>
            <a:endParaRPr i="1" sz="1900">
              <a:solidFill>
                <a:schemeClr val="dk2"/>
              </a:solidFill>
            </a:endParaRPr>
          </a:p>
        </p:txBody>
      </p:sp>
      <p:sp>
        <p:nvSpPr>
          <p:cNvPr id="370" name="Google Shape;370;p17"/>
          <p:cNvSpPr txBox="1"/>
          <p:nvPr/>
        </p:nvSpPr>
        <p:spPr>
          <a:xfrm>
            <a:off x="377150" y="4713288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lt1"/>
                </a:solidFill>
              </a:rPr>
              <a:t>Unicentro</a:t>
            </a:r>
            <a:endParaRPr i="1" sz="1900">
              <a:solidFill>
                <a:schemeClr val="lt1"/>
              </a:solidFill>
            </a:endParaRPr>
          </a:p>
        </p:txBody>
      </p:sp>
      <p:grpSp>
        <p:nvGrpSpPr>
          <p:cNvPr id="371" name="Google Shape;371;p17"/>
          <p:cNvGrpSpPr/>
          <p:nvPr/>
        </p:nvGrpSpPr>
        <p:grpSpPr>
          <a:xfrm>
            <a:off x="3792509" y="191985"/>
            <a:ext cx="5175515" cy="4483030"/>
            <a:chOff x="1332325" y="1178850"/>
            <a:chExt cx="4348076" cy="3766303"/>
          </a:xfrm>
        </p:grpSpPr>
        <p:grpSp>
          <p:nvGrpSpPr>
            <p:cNvPr id="372" name="Google Shape;372;p17"/>
            <p:cNvGrpSpPr/>
            <p:nvPr/>
          </p:nvGrpSpPr>
          <p:grpSpPr>
            <a:xfrm>
              <a:off x="1332325" y="1178850"/>
              <a:ext cx="4348076" cy="3766303"/>
              <a:chOff x="4234417" y="198639"/>
              <a:chExt cx="4840800" cy="4193100"/>
            </a:xfrm>
          </p:grpSpPr>
          <p:pic>
            <p:nvPicPr>
              <p:cNvPr id="373" name="Google Shape;373;p17" title="Notas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366125" y="501375"/>
                <a:ext cx="919975" cy="85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4" name="Google Shape;374;p17"/>
              <p:cNvSpPr txBox="1"/>
              <p:nvPr/>
            </p:nvSpPr>
            <p:spPr>
              <a:xfrm>
                <a:off x="4652125" y="226717"/>
                <a:ext cx="18585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7775" lIns="97775" spcFirstLastPara="1" rIns="97775" wrap="square" tIns="977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83">
                    <a:solidFill>
                      <a:schemeClr val="dk2"/>
                    </a:solidFill>
                  </a:rPr>
                  <a:t>Página de notas</a:t>
                </a:r>
                <a:endParaRPr sz="1283">
                  <a:solidFill>
                    <a:schemeClr val="dk2"/>
                  </a:solidFill>
                </a:endParaRPr>
              </a:p>
            </p:txBody>
          </p:sp>
          <p:sp>
            <p:nvSpPr>
              <p:cNvPr id="375" name="Google Shape;375;p17"/>
              <p:cNvSpPr txBox="1"/>
              <p:nvPr/>
            </p:nvSpPr>
            <p:spPr>
              <a:xfrm>
                <a:off x="6358525" y="1081950"/>
                <a:ext cx="10860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7775" lIns="97775" spcFirstLastPara="1" rIns="97775" wrap="square" tIns="977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76">
                    <a:solidFill>
                      <a:schemeClr val="dk2"/>
                    </a:solidFill>
                  </a:rPr>
                  <a:t>Apresentação</a:t>
                </a:r>
                <a:endParaRPr sz="1176">
                  <a:solidFill>
                    <a:schemeClr val="dk2"/>
                  </a:solidFill>
                </a:endParaRPr>
              </a:p>
            </p:txBody>
          </p:sp>
          <p:sp>
            <p:nvSpPr>
              <p:cNvPr id="376" name="Google Shape;376;p17"/>
              <p:cNvSpPr txBox="1"/>
              <p:nvPr/>
            </p:nvSpPr>
            <p:spPr>
              <a:xfrm>
                <a:off x="6348099" y="1071550"/>
                <a:ext cx="10725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7775" lIns="97775" spcFirstLastPara="1" rIns="97775" wrap="square" tIns="977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76">
                    <a:solidFill>
                      <a:schemeClr val="lt1"/>
                    </a:solidFill>
                  </a:rPr>
                  <a:t>Apresentação</a:t>
                </a:r>
                <a:endParaRPr sz="1176">
                  <a:solidFill>
                    <a:schemeClr val="lt1"/>
                  </a:solidFill>
                </a:endParaRPr>
              </a:p>
            </p:txBody>
          </p:sp>
          <p:sp>
            <p:nvSpPr>
              <p:cNvPr id="377" name="Google Shape;377;p17"/>
              <p:cNvSpPr/>
              <p:nvPr/>
            </p:nvSpPr>
            <p:spPr>
              <a:xfrm>
                <a:off x="4234417" y="198639"/>
                <a:ext cx="4840800" cy="4193100"/>
              </a:xfrm>
              <a:prstGeom prst="round2SameRect">
                <a:avLst>
                  <a:gd fmla="val 3608" name="adj1"/>
                  <a:gd fmla="val 0" name="adj2"/>
                </a:avLst>
              </a:prstGeom>
              <a:gradFill>
                <a:gsLst>
                  <a:gs pos="0">
                    <a:srgbClr val="3D95FF"/>
                  </a:gs>
                  <a:gs pos="1000">
                    <a:srgbClr val="3493FF"/>
                  </a:gs>
                  <a:gs pos="2000">
                    <a:srgbClr val="2B90FF"/>
                  </a:gs>
                  <a:gs pos="5000">
                    <a:srgbClr val="3092FF"/>
                  </a:gs>
                  <a:gs pos="8000">
                    <a:srgbClr val="1876FA"/>
                  </a:gs>
                  <a:gs pos="100000">
                    <a:srgbClr val="0059F4"/>
                  </a:gs>
                </a:gsLst>
                <a:lin ang="5400012" scaled="0"/>
              </a:gradFill>
              <a:ln>
                <a:noFill/>
              </a:ln>
              <a:effectLst>
                <a:outerShdw blurRad="61113" rotWithShape="0" algn="bl" dir="4500000" dist="91670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7775" lIns="97775" spcFirstLastPara="1" rIns="97775" wrap="square" tIns="977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97"/>
              </a:p>
            </p:txBody>
          </p:sp>
          <p:pic>
            <p:nvPicPr>
              <p:cNvPr id="378" name="Google Shape;378;p17" title="Exit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725378" y="244501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9" name="Google Shape;379;p17" title="Maximize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372553" y="244501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0" name="Google Shape;380;p17" title="Minimize.png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019728" y="244501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" name="Google Shape;381;p17"/>
              <p:cNvSpPr txBox="1"/>
              <p:nvPr/>
            </p:nvSpPr>
            <p:spPr>
              <a:xfrm>
                <a:off x="4633017" y="212447"/>
                <a:ext cx="17256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7775" lIns="97775" spcFirstLastPara="1" rIns="97775" wrap="square" tIns="977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25">
                    <a:solidFill>
                      <a:schemeClr val="dk2"/>
                    </a:solidFill>
                  </a:rPr>
                  <a:t>DAO </a:t>
                </a:r>
                <a:r>
                  <a:rPr lang="pt-BR" sz="1425">
                    <a:solidFill>
                      <a:schemeClr val="dk2"/>
                    </a:solidFill>
                  </a:rPr>
                  <a:t>no código</a:t>
                </a:r>
                <a:endParaRPr sz="1425">
                  <a:solidFill>
                    <a:schemeClr val="dk2"/>
                  </a:solidFill>
                </a:endParaRPr>
              </a:p>
            </p:txBody>
          </p:sp>
          <p:sp>
            <p:nvSpPr>
              <p:cNvPr id="382" name="Google Shape;382;p17"/>
              <p:cNvSpPr txBox="1"/>
              <p:nvPr/>
            </p:nvSpPr>
            <p:spPr>
              <a:xfrm>
                <a:off x="4622474" y="202926"/>
                <a:ext cx="18234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7775" lIns="97775" spcFirstLastPara="1" rIns="97775" wrap="square" tIns="977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25">
                    <a:solidFill>
                      <a:schemeClr val="lt1"/>
                    </a:solidFill>
                  </a:rPr>
                  <a:t>DAO</a:t>
                </a:r>
                <a:r>
                  <a:rPr lang="pt-BR" sz="1425">
                    <a:solidFill>
                      <a:schemeClr val="lt1"/>
                    </a:solidFill>
                  </a:rPr>
                  <a:t> no código</a:t>
                </a:r>
                <a:endParaRPr sz="1425">
                  <a:solidFill>
                    <a:schemeClr val="lt1"/>
                  </a:solidFill>
                </a:endParaRPr>
              </a:p>
            </p:txBody>
          </p:sp>
          <p:pic>
            <p:nvPicPr>
              <p:cNvPr id="383" name="Google Shape;383;p17" title="Windows Picture and Fax Viewer.png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317108" y="244502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84" name="Google Shape;384;p17"/>
            <p:cNvPicPr preferRelativeResize="0"/>
            <p:nvPr/>
          </p:nvPicPr>
          <p:blipFill rotWithShape="1">
            <a:blip r:embed="rId12">
              <a:alphaModFix/>
            </a:blip>
            <a:srcRect b="1298" l="1199" r="1297" t="1074"/>
            <a:stretch/>
          </p:blipFill>
          <p:spPr>
            <a:xfrm>
              <a:off x="1374282" y="1537448"/>
              <a:ext cx="4256637" cy="33657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5" name="Google Shape;385;p17"/>
          <p:cNvSpPr/>
          <p:nvPr/>
        </p:nvSpPr>
        <p:spPr>
          <a:xfrm>
            <a:off x="9058925" y="4775850"/>
            <a:ext cx="85200" cy="561600"/>
          </a:xfrm>
          <a:prstGeom prst="rect">
            <a:avLst/>
          </a:prstGeom>
          <a:gradFill>
            <a:gsLst>
              <a:gs pos="0">
                <a:srgbClr val="6FA6F7"/>
              </a:gs>
              <a:gs pos="18000">
                <a:srgbClr val="3E83F5"/>
              </a:gs>
              <a:gs pos="22000">
                <a:srgbClr val="3E83F5"/>
              </a:gs>
              <a:gs pos="27000">
                <a:srgbClr val="3E83F5"/>
              </a:gs>
              <a:gs pos="100000">
                <a:srgbClr val="2271D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18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8025" y="883750"/>
            <a:ext cx="919975" cy="8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8"/>
          <p:cNvSpPr txBox="1"/>
          <p:nvPr/>
        </p:nvSpPr>
        <p:spPr>
          <a:xfrm>
            <a:off x="2730425" y="1464325"/>
            <a:ext cx="10860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Apresentação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92" name="Google Shape;392;p18"/>
          <p:cNvSpPr txBox="1"/>
          <p:nvPr/>
        </p:nvSpPr>
        <p:spPr>
          <a:xfrm>
            <a:off x="2719999" y="1453925"/>
            <a:ext cx="10725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Apresentação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393" name="Google Shape;39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97500" y="-126000"/>
            <a:ext cx="919975" cy="85182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8"/>
          <p:cNvSpPr txBox="1"/>
          <p:nvPr/>
        </p:nvSpPr>
        <p:spPr>
          <a:xfrm>
            <a:off x="60850" y="4351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Lixeira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95" name="Google Shape;395;p18"/>
          <p:cNvSpPr txBox="1"/>
          <p:nvPr/>
        </p:nvSpPr>
        <p:spPr>
          <a:xfrm>
            <a:off x="50413" y="4247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Lixeira</a:t>
            </a:r>
            <a:endParaRPr sz="1100">
              <a:solidFill>
                <a:schemeClr val="lt1"/>
              </a:solidFill>
            </a:endParaRPr>
          </a:p>
        </p:txBody>
      </p:sp>
      <p:grpSp>
        <p:nvGrpSpPr>
          <p:cNvPr id="396" name="Google Shape;396;p18"/>
          <p:cNvGrpSpPr/>
          <p:nvPr/>
        </p:nvGrpSpPr>
        <p:grpSpPr>
          <a:xfrm>
            <a:off x="882529" y="67224"/>
            <a:ext cx="7378936" cy="4348246"/>
            <a:chOff x="541903" y="503375"/>
            <a:chExt cx="6012822" cy="3543225"/>
          </a:xfrm>
        </p:grpSpPr>
        <p:grpSp>
          <p:nvGrpSpPr>
            <p:cNvPr id="397" name="Google Shape;397;p18"/>
            <p:cNvGrpSpPr/>
            <p:nvPr/>
          </p:nvGrpSpPr>
          <p:grpSpPr>
            <a:xfrm>
              <a:off x="541903" y="503375"/>
              <a:ext cx="6012822" cy="3543225"/>
              <a:chOff x="541903" y="503375"/>
              <a:chExt cx="6012822" cy="3543225"/>
            </a:xfrm>
          </p:grpSpPr>
          <p:pic>
            <p:nvPicPr>
              <p:cNvPr id="398" name="Google Shape;398;p18" title="Notas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38025" y="883750"/>
                <a:ext cx="919975" cy="85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" name="Google Shape;399;p18"/>
              <p:cNvSpPr txBox="1"/>
              <p:nvPr/>
            </p:nvSpPr>
            <p:spPr>
              <a:xfrm>
                <a:off x="2730425" y="1464325"/>
                <a:ext cx="10860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2200" lIns="112200" spcFirstLastPara="1" rIns="112200" wrap="square" tIns="112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350">
                    <a:solidFill>
                      <a:schemeClr val="dk2"/>
                    </a:solidFill>
                  </a:rPr>
                  <a:t>Apresentação</a:t>
                </a:r>
                <a:endParaRPr sz="1350">
                  <a:solidFill>
                    <a:schemeClr val="dk2"/>
                  </a:solidFill>
                </a:endParaRPr>
              </a:p>
            </p:txBody>
          </p:sp>
          <p:sp>
            <p:nvSpPr>
              <p:cNvPr id="400" name="Google Shape;400;p18"/>
              <p:cNvSpPr txBox="1"/>
              <p:nvPr/>
            </p:nvSpPr>
            <p:spPr>
              <a:xfrm>
                <a:off x="2719999" y="1453925"/>
                <a:ext cx="1072500" cy="33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2200" lIns="112200" spcFirstLastPara="1" rIns="112200" wrap="square" tIns="112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350">
                    <a:solidFill>
                      <a:schemeClr val="lt1"/>
                    </a:solidFill>
                  </a:rPr>
                  <a:t>Apresentação</a:t>
                </a:r>
                <a:endParaRPr sz="1350">
                  <a:solidFill>
                    <a:schemeClr val="lt1"/>
                  </a:solidFill>
                </a:endParaRPr>
              </a:p>
            </p:txBody>
          </p:sp>
          <p:sp>
            <p:nvSpPr>
              <p:cNvPr id="401" name="Google Shape;401;p18"/>
              <p:cNvSpPr/>
              <p:nvPr/>
            </p:nvSpPr>
            <p:spPr>
              <a:xfrm>
                <a:off x="606325" y="581000"/>
                <a:ext cx="5948400" cy="3465600"/>
              </a:xfrm>
              <a:prstGeom prst="round2SameRect">
                <a:avLst>
                  <a:gd fmla="val 3608" name="adj1"/>
                  <a:gd fmla="val 0" name="adj2"/>
                </a:avLst>
              </a:prstGeom>
              <a:gradFill>
                <a:gsLst>
                  <a:gs pos="0">
                    <a:srgbClr val="3D95FF"/>
                  </a:gs>
                  <a:gs pos="1000">
                    <a:srgbClr val="3493FF"/>
                  </a:gs>
                  <a:gs pos="2000">
                    <a:srgbClr val="2B90FF"/>
                  </a:gs>
                  <a:gs pos="5000">
                    <a:srgbClr val="3092FF"/>
                  </a:gs>
                  <a:gs pos="8000">
                    <a:srgbClr val="1876FA"/>
                  </a:gs>
                  <a:gs pos="100000">
                    <a:srgbClr val="0059F4"/>
                  </a:gs>
                </a:gsLst>
                <a:lin ang="5400012" scaled="0"/>
              </a:gradFill>
              <a:ln>
                <a:noFill/>
              </a:ln>
              <a:effectLst>
                <a:outerShdw blurRad="70135" rotWithShape="0" algn="bl" dir="4500000" dist="105203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12200" lIns="112200" spcFirstLastPara="1" rIns="112200" wrap="square" tIns="112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8"/>
              </a:p>
            </p:txBody>
          </p:sp>
          <p:pic>
            <p:nvPicPr>
              <p:cNvPr id="402" name="Google Shape;402;p18" title="Exit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147725" y="643326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3" name="Google Shape;403;p18" title="Maximize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5786250" y="643325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4" name="Google Shape;404;p18" title="Minimize.png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5424775" y="643325"/>
                <a:ext cx="286200" cy="28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5" name="Google Shape;405;p18" title="Notas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41903" y="503375"/>
                <a:ext cx="610250" cy="566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6" name="Google Shape;406;p18"/>
              <p:cNvSpPr txBox="1"/>
              <p:nvPr/>
            </p:nvSpPr>
            <p:spPr>
              <a:xfrm>
                <a:off x="1024036" y="609084"/>
                <a:ext cx="23709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2200" lIns="112200" spcFirstLastPara="1" rIns="112200" wrap="square" tIns="112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73">
                    <a:solidFill>
                      <a:schemeClr val="dk2"/>
                    </a:solidFill>
                  </a:rPr>
                  <a:t>Descrição das funcionalidades</a:t>
                </a:r>
                <a:endParaRPr sz="1473">
                  <a:solidFill>
                    <a:schemeClr val="dk2"/>
                  </a:solidFill>
                </a:endParaRPr>
              </a:p>
            </p:txBody>
          </p:sp>
          <p:sp>
            <p:nvSpPr>
              <p:cNvPr id="407" name="Google Shape;407;p18"/>
              <p:cNvSpPr txBox="1"/>
              <p:nvPr/>
            </p:nvSpPr>
            <p:spPr>
              <a:xfrm>
                <a:off x="1012971" y="601750"/>
                <a:ext cx="24048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2200" lIns="112200" spcFirstLastPara="1" rIns="112200" wrap="square" tIns="112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73">
                    <a:solidFill>
                      <a:schemeClr val="lt1"/>
                    </a:solidFill>
                  </a:rPr>
                  <a:t>Descrição das funcionalidades</a:t>
                </a:r>
                <a:endParaRPr sz="1473">
                  <a:solidFill>
                    <a:schemeClr val="lt1"/>
                  </a:solidFill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645100" y="978625"/>
                <a:ext cx="5868300" cy="258900"/>
              </a:xfrm>
              <a:prstGeom prst="rect">
                <a:avLst/>
              </a:prstGeom>
              <a:solidFill>
                <a:srgbClr val="EBE7D1"/>
              </a:solidFill>
              <a:ln>
                <a:noFill/>
              </a:ln>
            </p:spPr>
            <p:txBody>
              <a:bodyPr anchorCtr="0" anchor="ctr" bIns="112200" lIns="112200" spcFirstLastPara="1" rIns="112200" wrap="square" tIns="112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8"/>
              </a:p>
            </p:txBody>
          </p:sp>
          <p:sp>
            <p:nvSpPr>
              <p:cNvPr id="409" name="Google Shape;409;p18"/>
              <p:cNvSpPr/>
              <p:nvPr/>
            </p:nvSpPr>
            <p:spPr>
              <a:xfrm>
                <a:off x="644875" y="1226950"/>
                <a:ext cx="5868000" cy="2766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12200" lIns="112200" spcFirstLastPara="1" rIns="112200" wrap="square" tIns="112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8"/>
              </a:p>
            </p:txBody>
          </p:sp>
          <p:sp>
            <p:nvSpPr>
              <p:cNvPr id="410" name="Google Shape;410;p18"/>
              <p:cNvSpPr txBox="1"/>
              <p:nvPr/>
            </p:nvSpPr>
            <p:spPr>
              <a:xfrm>
                <a:off x="644875" y="934075"/>
                <a:ext cx="6714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2200" lIns="112200" spcFirstLastPara="1" rIns="112200" wrap="square" tIns="112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27">
                    <a:solidFill>
                      <a:schemeClr val="dk1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Arquivo</a:t>
                </a:r>
                <a:endParaRPr sz="1227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sp>
            <p:nvSpPr>
              <p:cNvPr id="411" name="Google Shape;411;p18"/>
              <p:cNvSpPr txBox="1"/>
              <p:nvPr/>
            </p:nvSpPr>
            <p:spPr>
              <a:xfrm>
                <a:off x="1241400" y="934075"/>
                <a:ext cx="5676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2200" lIns="112200" spcFirstLastPara="1" rIns="112200" wrap="square" tIns="112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27">
                    <a:solidFill>
                      <a:schemeClr val="dk1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Editar</a:t>
                </a:r>
                <a:endParaRPr sz="1227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sp>
            <p:nvSpPr>
              <p:cNvPr id="412" name="Google Shape;412;p18"/>
              <p:cNvSpPr txBox="1"/>
              <p:nvPr/>
            </p:nvSpPr>
            <p:spPr>
              <a:xfrm>
                <a:off x="1760950" y="934075"/>
                <a:ext cx="7218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2200" lIns="112200" spcFirstLastPara="1" rIns="112200" wrap="square" tIns="112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27">
                    <a:solidFill>
                      <a:schemeClr val="dk1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Formatar</a:t>
                </a:r>
                <a:endParaRPr sz="1227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sp>
            <p:nvSpPr>
              <p:cNvPr id="413" name="Google Shape;413;p18"/>
              <p:cNvSpPr txBox="1"/>
              <p:nvPr/>
            </p:nvSpPr>
            <p:spPr>
              <a:xfrm>
                <a:off x="2496788" y="934075"/>
                <a:ext cx="6714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2200" lIns="112200" spcFirstLastPara="1" rIns="112200" wrap="square" tIns="112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27">
                    <a:solidFill>
                      <a:schemeClr val="dk1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Ver</a:t>
                </a:r>
                <a:endParaRPr sz="1227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  <p:sp>
            <p:nvSpPr>
              <p:cNvPr id="414" name="Google Shape;414;p18"/>
              <p:cNvSpPr txBox="1"/>
              <p:nvPr/>
            </p:nvSpPr>
            <p:spPr>
              <a:xfrm>
                <a:off x="2862313" y="934063"/>
                <a:ext cx="6714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2200" lIns="112200" spcFirstLastPara="1" rIns="112200" wrap="square" tIns="112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27">
                    <a:solidFill>
                      <a:schemeClr val="dk1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Ajuda</a:t>
                </a:r>
                <a:endParaRPr sz="1227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sp>
          <p:nvSpPr>
            <p:cNvPr id="415" name="Google Shape;415;p18"/>
            <p:cNvSpPr txBox="1"/>
            <p:nvPr/>
          </p:nvSpPr>
          <p:spPr>
            <a:xfrm>
              <a:off x="666815" y="1274563"/>
              <a:ext cx="5767200" cy="259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200" lIns="112200" spcFirstLastPara="1" rIns="112200" wrap="square" tIns="112200">
              <a:noAutofit/>
            </a:bodyPr>
            <a:lstStyle/>
            <a:p>
              <a:pPr indent="0" lvl="0" marL="0" rtl="0" algn="just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595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*</a:t>
              </a:r>
              <a:r>
                <a:rPr lang="pt-BR" sz="1595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pt-BR" sz="1595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Funcionalidades do Software:</a:t>
              </a:r>
              <a:endParaRPr sz="159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457200" lvl="0" marL="0" rtl="0" algn="just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595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 software (</a:t>
              </a:r>
              <a:r>
                <a:rPr b="1" lang="pt-BR" sz="1595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Info Keep</a:t>
              </a:r>
              <a:r>
                <a:rPr lang="pt-BR" sz="1595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), o usuário é capaz de criar uma conta e fazer login. Uma vez logado, é possível que o usuário crie, leia, atualize, delete e  fixe (funcionalidade extra) uma nota. Também é possível que o usuário saia de sua conta para criar/logar em outra, vale notar que as notas de um usuário </a:t>
              </a:r>
              <a:r>
                <a:rPr b="1" lang="pt-BR" sz="1595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não</a:t>
              </a:r>
              <a:r>
                <a:rPr lang="pt-BR" sz="1595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se transferem para outro (</a:t>
              </a:r>
              <a:r>
                <a:rPr i="1" lang="pt-BR" sz="1595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Prepared Statements</a:t>
              </a:r>
              <a:r>
                <a:rPr lang="pt-BR" sz="1595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).</a:t>
              </a:r>
              <a:endParaRPr sz="159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416" name="Google Shape;416;p18"/>
          <p:cNvSpPr/>
          <p:nvPr/>
        </p:nvSpPr>
        <p:spPr>
          <a:xfrm>
            <a:off x="-75800" y="4775850"/>
            <a:ext cx="9339000" cy="519900"/>
          </a:xfrm>
          <a:prstGeom prst="rect">
            <a:avLst/>
          </a:prstGeom>
          <a:gradFill>
            <a:gsLst>
              <a:gs pos="0">
                <a:srgbClr val="3A8BEA"/>
              </a:gs>
              <a:gs pos="10000">
                <a:srgbClr val="438CE6"/>
              </a:gs>
              <a:gs pos="19000">
                <a:srgbClr val="2D73DF"/>
              </a:gs>
              <a:gs pos="100000">
                <a:srgbClr val="2461DF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-234950" y="4775200"/>
            <a:ext cx="1987500" cy="368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90C38E"/>
              </a:gs>
              <a:gs pos="19000">
                <a:srgbClr val="5FA75F"/>
              </a:gs>
              <a:gs pos="24000">
                <a:srgbClr val="61A661"/>
              </a:gs>
              <a:gs pos="100000">
                <a:srgbClr val="41A03D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18"/>
          <p:cNvPicPr preferRelativeResize="0"/>
          <p:nvPr/>
        </p:nvPicPr>
        <p:blipFill rotWithShape="1">
          <a:blip r:embed="rId9">
            <a:alphaModFix/>
          </a:blip>
          <a:srcRect b="38176" l="22076" r="22148" t="0"/>
          <a:stretch/>
        </p:blipFill>
        <p:spPr>
          <a:xfrm>
            <a:off x="60848" y="4819088"/>
            <a:ext cx="286201" cy="28793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19" name="Google Shape;419;p18"/>
          <p:cNvCxnSpPr/>
          <p:nvPr/>
        </p:nvCxnSpPr>
        <p:spPr>
          <a:xfrm>
            <a:off x="-101375" y="5160775"/>
            <a:ext cx="105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18"/>
          <p:cNvSpPr/>
          <p:nvPr/>
        </p:nvSpPr>
        <p:spPr>
          <a:xfrm>
            <a:off x="1809000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3575275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5341550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8"/>
          <p:cNvSpPr/>
          <p:nvPr/>
        </p:nvSpPr>
        <p:spPr>
          <a:xfrm>
            <a:off x="7107825" y="4794326"/>
            <a:ext cx="1754100" cy="368400"/>
          </a:xfrm>
          <a:prstGeom prst="round2Same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6FA6F7"/>
              </a:gs>
              <a:gs pos="18000">
                <a:srgbClr val="3E83F5"/>
              </a:gs>
              <a:gs pos="22000">
                <a:srgbClr val="3E83F5"/>
              </a:gs>
              <a:gs pos="27000">
                <a:srgbClr val="3E83F5"/>
              </a:gs>
              <a:gs pos="100000">
                <a:srgbClr val="3E83F5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4" name="Google Shape;424;p18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0938" y="4724112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8"/>
          <p:cNvSpPr txBox="1"/>
          <p:nvPr/>
        </p:nvSpPr>
        <p:spPr>
          <a:xfrm>
            <a:off x="2160025" y="4789717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26" name="Google Shape;426;p18"/>
          <p:cNvSpPr txBox="1"/>
          <p:nvPr/>
        </p:nvSpPr>
        <p:spPr>
          <a:xfrm>
            <a:off x="2148975" y="4782366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- 1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27" name="Google Shape;427;p18"/>
          <p:cNvSpPr txBox="1"/>
          <p:nvPr/>
        </p:nvSpPr>
        <p:spPr>
          <a:xfrm>
            <a:off x="3905425" y="4792769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- 2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28" name="Google Shape;428;p18"/>
          <p:cNvSpPr txBox="1"/>
          <p:nvPr/>
        </p:nvSpPr>
        <p:spPr>
          <a:xfrm>
            <a:off x="3894375" y="4785418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- 2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29" name="Google Shape;429;p18"/>
          <p:cNvSpPr txBox="1"/>
          <p:nvPr/>
        </p:nvSpPr>
        <p:spPr>
          <a:xfrm>
            <a:off x="5691350" y="4785149"/>
            <a:ext cx="1858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- 3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30" name="Google Shape;430;p18"/>
          <p:cNvSpPr txBox="1"/>
          <p:nvPr/>
        </p:nvSpPr>
        <p:spPr>
          <a:xfrm>
            <a:off x="5680300" y="4777798"/>
            <a:ext cx="1829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- 3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431" name="Google Shape;431;p18" title="Not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663" y="4722287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8"/>
          <p:cNvSpPr txBox="1"/>
          <p:nvPr/>
        </p:nvSpPr>
        <p:spPr>
          <a:xfrm>
            <a:off x="7436750" y="4788200"/>
            <a:ext cx="13908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- 4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7425700" y="4780850"/>
            <a:ext cx="14136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- 4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434" name="Google Shape;434;p18" title="Windows Picture and Fax Viewer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7150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8" title="Windows Picture and Fax Viewer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20075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8"/>
          <p:cNvSpPr txBox="1"/>
          <p:nvPr/>
        </p:nvSpPr>
        <p:spPr>
          <a:xfrm>
            <a:off x="394050" y="4723713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dk2"/>
                </a:solidFill>
              </a:rPr>
              <a:t>Unicentro</a:t>
            </a:r>
            <a:endParaRPr i="1" sz="1900">
              <a:solidFill>
                <a:schemeClr val="dk2"/>
              </a:solidFill>
            </a:endParaRPr>
          </a:p>
        </p:txBody>
      </p:sp>
      <p:sp>
        <p:nvSpPr>
          <p:cNvPr id="437" name="Google Shape;437;p18"/>
          <p:cNvSpPr txBox="1"/>
          <p:nvPr/>
        </p:nvSpPr>
        <p:spPr>
          <a:xfrm>
            <a:off x="377150" y="4713288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lt1"/>
                </a:solidFill>
              </a:rPr>
              <a:t>Unicentro</a:t>
            </a:r>
            <a:endParaRPr i="1" sz="1900">
              <a:solidFill>
                <a:schemeClr val="lt1"/>
              </a:solidFill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9058925" y="4775850"/>
            <a:ext cx="85200" cy="561600"/>
          </a:xfrm>
          <a:prstGeom prst="rect">
            <a:avLst/>
          </a:prstGeom>
          <a:gradFill>
            <a:gsLst>
              <a:gs pos="0">
                <a:srgbClr val="6FA6F7"/>
              </a:gs>
              <a:gs pos="18000">
                <a:srgbClr val="3E83F5"/>
              </a:gs>
              <a:gs pos="22000">
                <a:srgbClr val="3E83F5"/>
              </a:gs>
              <a:gs pos="27000">
                <a:srgbClr val="3E83F5"/>
              </a:gs>
              <a:gs pos="100000">
                <a:srgbClr val="2271D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"/>
          <p:cNvSpPr/>
          <p:nvPr/>
        </p:nvSpPr>
        <p:spPr>
          <a:xfrm>
            <a:off x="-75800" y="4775850"/>
            <a:ext cx="9339000" cy="519900"/>
          </a:xfrm>
          <a:prstGeom prst="rect">
            <a:avLst/>
          </a:prstGeom>
          <a:gradFill>
            <a:gsLst>
              <a:gs pos="0">
                <a:srgbClr val="3A8BEA"/>
              </a:gs>
              <a:gs pos="10000">
                <a:srgbClr val="438CE6"/>
              </a:gs>
              <a:gs pos="19000">
                <a:srgbClr val="2D73DF"/>
              </a:gs>
              <a:gs pos="100000">
                <a:srgbClr val="2461DF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-234950" y="4775200"/>
            <a:ext cx="1987500" cy="368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90C38E"/>
              </a:gs>
              <a:gs pos="19000">
                <a:srgbClr val="5FA75F"/>
              </a:gs>
              <a:gs pos="24000">
                <a:srgbClr val="61A661"/>
              </a:gs>
              <a:gs pos="100000">
                <a:srgbClr val="41A03D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9"/>
          <p:cNvSpPr txBox="1"/>
          <p:nvPr/>
        </p:nvSpPr>
        <p:spPr>
          <a:xfrm>
            <a:off x="394050" y="4723713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dk2"/>
                </a:solidFill>
              </a:rPr>
              <a:t>Unicentro</a:t>
            </a:r>
            <a:endParaRPr i="1" sz="1900">
              <a:solidFill>
                <a:schemeClr val="dk2"/>
              </a:solidFill>
            </a:endParaRPr>
          </a:p>
        </p:txBody>
      </p:sp>
      <p:sp>
        <p:nvSpPr>
          <p:cNvPr id="446" name="Google Shape;446;p19"/>
          <p:cNvSpPr txBox="1"/>
          <p:nvPr/>
        </p:nvSpPr>
        <p:spPr>
          <a:xfrm>
            <a:off x="377150" y="4713288"/>
            <a:ext cx="133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chemeClr val="lt1"/>
                </a:solidFill>
              </a:rPr>
              <a:t>Unicentro</a:t>
            </a:r>
            <a:endParaRPr i="1" sz="1900">
              <a:solidFill>
                <a:schemeClr val="lt1"/>
              </a:solidFill>
            </a:endParaRPr>
          </a:p>
        </p:txBody>
      </p:sp>
      <p:pic>
        <p:nvPicPr>
          <p:cNvPr id="447" name="Google Shape;447;p19"/>
          <p:cNvPicPr preferRelativeResize="0"/>
          <p:nvPr/>
        </p:nvPicPr>
        <p:blipFill rotWithShape="1">
          <a:blip r:embed="rId4">
            <a:alphaModFix/>
          </a:blip>
          <a:srcRect b="38176" l="22076" r="22148" t="0"/>
          <a:stretch/>
        </p:blipFill>
        <p:spPr>
          <a:xfrm>
            <a:off x="60848" y="4819088"/>
            <a:ext cx="286201" cy="28793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48" name="Google Shape;448;p19" title="Nota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8025" y="883750"/>
            <a:ext cx="919975" cy="85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97500" y="-126000"/>
            <a:ext cx="919975" cy="851826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9"/>
          <p:cNvSpPr txBox="1"/>
          <p:nvPr/>
        </p:nvSpPr>
        <p:spPr>
          <a:xfrm>
            <a:off x="60850" y="4351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Lixeira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51" name="Google Shape;451;p19"/>
          <p:cNvSpPr txBox="1"/>
          <p:nvPr/>
        </p:nvSpPr>
        <p:spPr>
          <a:xfrm>
            <a:off x="50413" y="424725"/>
            <a:ext cx="6714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Lixeira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452" name="Google Shape;452;p19"/>
          <p:cNvSpPr txBox="1"/>
          <p:nvPr/>
        </p:nvSpPr>
        <p:spPr>
          <a:xfrm>
            <a:off x="2730425" y="1464325"/>
            <a:ext cx="10860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</a:rPr>
              <a:t>Apresentação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53" name="Google Shape;453;p19"/>
          <p:cNvSpPr txBox="1"/>
          <p:nvPr/>
        </p:nvSpPr>
        <p:spPr>
          <a:xfrm>
            <a:off x="2719999" y="1453925"/>
            <a:ext cx="10725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Apresentação</a:t>
            </a:r>
            <a:endParaRPr sz="1100">
              <a:solidFill>
                <a:schemeClr val="lt1"/>
              </a:solidFill>
            </a:endParaRPr>
          </a:p>
        </p:txBody>
      </p:sp>
      <p:cxnSp>
        <p:nvCxnSpPr>
          <p:cNvPr id="454" name="Google Shape;454;p19"/>
          <p:cNvCxnSpPr/>
          <p:nvPr/>
        </p:nvCxnSpPr>
        <p:spPr>
          <a:xfrm>
            <a:off x="-101375" y="5160775"/>
            <a:ext cx="105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19"/>
          <p:cNvSpPr/>
          <p:nvPr/>
        </p:nvSpPr>
        <p:spPr>
          <a:xfrm>
            <a:off x="1809000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9"/>
          <p:cNvSpPr/>
          <p:nvPr/>
        </p:nvSpPr>
        <p:spPr>
          <a:xfrm>
            <a:off x="3575275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9"/>
          <p:cNvSpPr/>
          <p:nvPr/>
        </p:nvSpPr>
        <p:spPr>
          <a:xfrm>
            <a:off x="5341550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9"/>
          <p:cNvSpPr/>
          <p:nvPr/>
        </p:nvSpPr>
        <p:spPr>
          <a:xfrm>
            <a:off x="7107825" y="4794313"/>
            <a:ext cx="1754100" cy="337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F6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19" title="Nota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0938" y="4724112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9"/>
          <p:cNvSpPr txBox="1"/>
          <p:nvPr/>
        </p:nvSpPr>
        <p:spPr>
          <a:xfrm>
            <a:off x="2160025" y="4790648"/>
            <a:ext cx="1858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61" name="Google Shape;461;p19"/>
          <p:cNvSpPr txBox="1"/>
          <p:nvPr/>
        </p:nvSpPr>
        <p:spPr>
          <a:xfrm>
            <a:off x="2148975" y="4783298"/>
            <a:ext cx="1829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- 1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62" name="Google Shape;462;p19"/>
          <p:cNvSpPr txBox="1"/>
          <p:nvPr/>
        </p:nvSpPr>
        <p:spPr>
          <a:xfrm>
            <a:off x="3905425" y="4794125"/>
            <a:ext cx="1858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- 2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63" name="Google Shape;463;p19"/>
          <p:cNvSpPr txBox="1"/>
          <p:nvPr/>
        </p:nvSpPr>
        <p:spPr>
          <a:xfrm>
            <a:off x="3894375" y="4784400"/>
            <a:ext cx="1829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- 2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64" name="Google Shape;464;p19"/>
          <p:cNvSpPr txBox="1"/>
          <p:nvPr/>
        </p:nvSpPr>
        <p:spPr>
          <a:xfrm>
            <a:off x="5691358" y="4783870"/>
            <a:ext cx="1858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- 3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65" name="Google Shape;465;p19"/>
          <p:cNvSpPr txBox="1"/>
          <p:nvPr/>
        </p:nvSpPr>
        <p:spPr>
          <a:xfrm>
            <a:off x="5680300" y="4777798"/>
            <a:ext cx="18297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- 3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466" name="Google Shape;466;p19" title="Nota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7663" y="4722287"/>
            <a:ext cx="507290" cy="4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9"/>
          <p:cNvSpPr txBox="1"/>
          <p:nvPr/>
        </p:nvSpPr>
        <p:spPr>
          <a:xfrm>
            <a:off x="7436751" y="4786900"/>
            <a:ext cx="1393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Apresentação - 4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68" name="Google Shape;468;p19"/>
          <p:cNvSpPr txBox="1"/>
          <p:nvPr/>
        </p:nvSpPr>
        <p:spPr>
          <a:xfrm>
            <a:off x="7425699" y="4780825"/>
            <a:ext cx="1314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Apresentação - 4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469" name="Google Shape;469;p19" title="Windows Picture and Fax View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7150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9" title="Windows Picture and Fax View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0075" y="4819964"/>
            <a:ext cx="286200" cy="286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8800" y="2554478"/>
            <a:ext cx="1754100" cy="21190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2" name="Google Shape;472;p19"/>
          <p:cNvGrpSpPr/>
          <p:nvPr/>
        </p:nvGrpSpPr>
        <p:grpSpPr>
          <a:xfrm>
            <a:off x="6744175" y="1643050"/>
            <a:ext cx="1587825" cy="1340825"/>
            <a:chOff x="6744175" y="1643050"/>
            <a:chExt cx="1587825" cy="1340825"/>
          </a:xfrm>
        </p:grpSpPr>
        <p:grpSp>
          <p:nvGrpSpPr>
            <p:cNvPr id="473" name="Google Shape;473;p19"/>
            <p:cNvGrpSpPr/>
            <p:nvPr/>
          </p:nvGrpSpPr>
          <p:grpSpPr>
            <a:xfrm>
              <a:off x="6744175" y="1643050"/>
              <a:ext cx="1520400" cy="1340825"/>
              <a:chOff x="6170225" y="1801825"/>
              <a:chExt cx="1520400" cy="1340825"/>
            </a:xfrm>
          </p:grpSpPr>
          <p:sp>
            <p:nvSpPr>
              <p:cNvPr id="474" name="Google Shape;474;p19"/>
              <p:cNvSpPr/>
              <p:nvPr/>
            </p:nvSpPr>
            <p:spPr>
              <a:xfrm>
                <a:off x="6170225" y="1801825"/>
                <a:ext cx="1520400" cy="1141800"/>
              </a:xfrm>
              <a:prstGeom prst="roundRect">
                <a:avLst>
                  <a:gd fmla="val 6952" name="adj"/>
                </a:avLst>
              </a:prstGeom>
              <a:solidFill>
                <a:srgbClr val="FFFFCC"/>
              </a:solidFill>
              <a:ln cap="flat" cmpd="sng" w="9525">
                <a:solidFill>
                  <a:srgbClr val="0E0E0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 rot="10800000">
                <a:off x="7110825" y="2890350"/>
                <a:ext cx="113700" cy="252300"/>
              </a:xfrm>
              <a:prstGeom prst="rtTriangle">
                <a:avLst/>
              </a:prstGeom>
              <a:solidFill>
                <a:srgbClr val="FFFFCC"/>
              </a:solidFill>
              <a:ln cap="flat" cmpd="sng" w="9525">
                <a:solidFill>
                  <a:srgbClr val="0E0E0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088350" y="2869925"/>
                <a:ext cx="161400" cy="69000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7" name="Google Shape;477;p19"/>
            <p:cNvSpPr txBox="1"/>
            <p:nvPr/>
          </p:nvSpPr>
          <p:spPr>
            <a:xfrm>
              <a:off x="7062100" y="1865950"/>
              <a:ext cx="1269900" cy="5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1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FIM</a:t>
              </a:r>
              <a:endParaRPr sz="31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478" name="Google Shape;478;p19"/>
          <p:cNvSpPr/>
          <p:nvPr/>
        </p:nvSpPr>
        <p:spPr>
          <a:xfrm>
            <a:off x="9058925" y="4775850"/>
            <a:ext cx="85200" cy="561600"/>
          </a:xfrm>
          <a:prstGeom prst="rect">
            <a:avLst/>
          </a:prstGeom>
          <a:gradFill>
            <a:gsLst>
              <a:gs pos="0">
                <a:srgbClr val="6FA6F7"/>
              </a:gs>
              <a:gs pos="18000">
                <a:srgbClr val="3E83F5"/>
              </a:gs>
              <a:gs pos="22000">
                <a:srgbClr val="3E83F5"/>
              </a:gs>
              <a:gs pos="27000">
                <a:srgbClr val="3E83F5"/>
              </a:gs>
              <a:gs pos="100000">
                <a:srgbClr val="2271D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